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2" r:id="rId5"/>
    <p:sldId id="315" r:id="rId6"/>
    <p:sldId id="278" r:id="rId7"/>
    <p:sldId id="292" r:id="rId8"/>
    <p:sldId id="293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6" r:id="rId30"/>
    <p:sldId id="257" r:id="rId31"/>
    <p:sldId id="259" r:id="rId32"/>
    <p:sldId id="260" r:id="rId33"/>
    <p:sldId id="261" r:id="rId34"/>
    <p:sldId id="262" r:id="rId35"/>
    <p:sldId id="263" r:id="rId36"/>
    <p:sldId id="264" r:id="rId37"/>
    <p:sldId id="265" r:id="rId38"/>
    <p:sldId id="266" r:id="rId39"/>
    <p:sldId id="267" r:id="rId40"/>
    <p:sldId id="268" r:id="rId41"/>
    <p:sldId id="269" r:id="rId42"/>
    <p:sldId id="270" r:id="rId43"/>
    <p:sldId id="271" r:id="rId44"/>
    <p:sldId id="317" r:id="rId4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D0CC"/>
    <a:srgbClr val="0A8481"/>
    <a:srgbClr val="FE41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96CD52-D35B-56FA-CD83-5D4A34BA7661}" v="1" dt="2026-01-29T00:00:45.2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Guerrero" userId="S::mc1464@izipay.pe::11692c3a-acf4-4b42-b4e8-d98575bbdcb8" providerId="AD" clId="Web-{C596CD52-D35B-56FA-CD83-5D4A34BA7661}"/>
    <pc:docChg chg="modSld">
      <pc:chgData name="Pedro Guerrero" userId="S::mc1464@izipay.pe::11692c3a-acf4-4b42-b4e8-d98575bbdcb8" providerId="AD" clId="Web-{C596CD52-D35B-56FA-CD83-5D4A34BA7661}" dt="2026-01-29T00:00:45.221" v="0" actId="14100"/>
      <pc:docMkLst>
        <pc:docMk/>
      </pc:docMkLst>
      <pc:sldChg chg="modSp">
        <pc:chgData name="Pedro Guerrero" userId="S::mc1464@izipay.pe::11692c3a-acf4-4b42-b4e8-d98575bbdcb8" providerId="AD" clId="Web-{C596CD52-D35B-56FA-CD83-5D4A34BA7661}" dt="2026-01-29T00:00:45.221" v="0" actId="14100"/>
        <pc:sldMkLst>
          <pc:docMk/>
          <pc:sldMk cId="2336973014" sldId="311"/>
        </pc:sldMkLst>
        <pc:spChg chg="mod">
          <ac:chgData name="Pedro Guerrero" userId="S::mc1464@izipay.pe::11692c3a-acf4-4b42-b4e8-d98575bbdcb8" providerId="AD" clId="Web-{C596CD52-D35B-56FA-CD83-5D4A34BA7661}" dt="2026-01-29T00:00:45.221" v="0" actId="14100"/>
          <ac:spMkLst>
            <pc:docMk/>
            <pc:sldMk cId="2336973014" sldId="311"/>
            <ac:spMk id="3" creationId="{056341B3-52E7-797A-3092-AA7AC2DF68D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6CEF9D-FA64-4C4A-A8A4-AFAFEAEBAEA7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B298CB62-43D2-4C29-8A30-859C3DC1019F}">
      <dgm:prSet phldrT="[Texto]" phldr="0" custT="1"/>
      <dgm:spPr/>
      <dgm:t>
        <a:bodyPr/>
        <a:lstStyle/>
        <a:p>
          <a:r>
            <a:rPr lang="es-ES" sz="900" dirty="0"/>
            <a:t>Recopilar requerimientos</a:t>
          </a:r>
          <a:endParaRPr lang="es-PE" sz="900" dirty="0"/>
        </a:p>
      </dgm:t>
    </dgm:pt>
    <dgm:pt modelId="{D8ABC785-6EB8-4B19-BC55-3D7857522D3F}" type="parTrans" cxnId="{0BAE90FC-FAF0-46D1-ADB1-87EAB8753897}">
      <dgm:prSet/>
      <dgm:spPr/>
      <dgm:t>
        <a:bodyPr/>
        <a:lstStyle/>
        <a:p>
          <a:endParaRPr lang="es-PE"/>
        </a:p>
      </dgm:t>
    </dgm:pt>
    <dgm:pt modelId="{269D12D4-A3B9-4158-91CA-83DD1015B77E}" type="sibTrans" cxnId="{0BAE90FC-FAF0-46D1-ADB1-87EAB8753897}">
      <dgm:prSet/>
      <dgm:spPr/>
      <dgm:t>
        <a:bodyPr/>
        <a:lstStyle/>
        <a:p>
          <a:endParaRPr lang="es-PE"/>
        </a:p>
      </dgm:t>
    </dgm:pt>
    <dgm:pt modelId="{CBBF1FCD-2AA2-4C2F-A17C-D565494E1E82}">
      <dgm:prSet phldrT="[Texto]" phldr="0" custT="1"/>
      <dgm:spPr/>
      <dgm:t>
        <a:bodyPr/>
        <a:lstStyle/>
        <a:p>
          <a:r>
            <a:rPr lang="es-ES" sz="900" dirty="0"/>
            <a:t>Modelar</a:t>
          </a:r>
        </a:p>
        <a:p>
          <a:r>
            <a:rPr lang="es-PE" sz="900" dirty="0"/>
            <a:t>Describir</a:t>
          </a:r>
        </a:p>
      </dgm:t>
    </dgm:pt>
    <dgm:pt modelId="{BF4EFBC5-70AF-428C-AEC3-8FBE39E5B392}" type="parTrans" cxnId="{F25337CD-4086-4EDD-99CB-3FB61ABB6020}">
      <dgm:prSet/>
      <dgm:spPr/>
      <dgm:t>
        <a:bodyPr/>
        <a:lstStyle/>
        <a:p>
          <a:endParaRPr lang="es-PE"/>
        </a:p>
      </dgm:t>
    </dgm:pt>
    <dgm:pt modelId="{F628070C-2894-48B7-AFD3-710C7350009C}" type="sibTrans" cxnId="{F25337CD-4086-4EDD-99CB-3FB61ABB6020}">
      <dgm:prSet/>
      <dgm:spPr/>
      <dgm:t>
        <a:bodyPr/>
        <a:lstStyle/>
        <a:p>
          <a:endParaRPr lang="es-PE"/>
        </a:p>
      </dgm:t>
    </dgm:pt>
    <dgm:pt modelId="{CB220D77-F89E-437E-AE81-583D43C43591}">
      <dgm:prSet phldrT="[Texto]" phldr="0" custT="1"/>
      <dgm:spPr/>
      <dgm:t>
        <a:bodyPr/>
        <a:lstStyle/>
        <a:p>
          <a:r>
            <a:rPr lang="es-ES" sz="900" dirty="0"/>
            <a:t>Crear</a:t>
          </a:r>
          <a:endParaRPr lang="es-PE" sz="900" dirty="0"/>
        </a:p>
      </dgm:t>
    </dgm:pt>
    <dgm:pt modelId="{1A6A9497-5FC3-442C-A672-E01E833EC14E}" type="parTrans" cxnId="{1E9E1DD6-961B-4BC8-997A-B9292F6EAA79}">
      <dgm:prSet/>
      <dgm:spPr/>
      <dgm:t>
        <a:bodyPr/>
        <a:lstStyle/>
        <a:p>
          <a:endParaRPr lang="es-PE"/>
        </a:p>
      </dgm:t>
    </dgm:pt>
    <dgm:pt modelId="{5BD9D47C-3D46-4F49-9F3F-7C84361B5197}" type="sibTrans" cxnId="{1E9E1DD6-961B-4BC8-997A-B9292F6EAA79}">
      <dgm:prSet/>
      <dgm:spPr/>
      <dgm:t>
        <a:bodyPr/>
        <a:lstStyle/>
        <a:p>
          <a:endParaRPr lang="es-PE"/>
        </a:p>
      </dgm:t>
    </dgm:pt>
    <dgm:pt modelId="{A8245AF8-FF4E-44DC-BD2A-F7381DD05253}">
      <dgm:prSet phldrT="[Texto]" phldr="0" custT="1"/>
      <dgm:spPr/>
      <dgm:t>
        <a:bodyPr/>
        <a:lstStyle/>
        <a:p>
          <a:r>
            <a:rPr lang="es-ES" sz="900" dirty="0"/>
            <a:t>Mapear</a:t>
          </a:r>
        </a:p>
        <a:p>
          <a:r>
            <a:rPr lang="es-PE" sz="900" dirty="0"/>
            <a:t>Validar</a:t>
          </a:r>
        </a:p>
        <a:p>
          <a:r>
            <a:rPr lang="es-PE" sz="900" dirty="0"/>
            <a:t>Preparar</a:t>
          </a:r>
        </a:p>
      </dgm:t>
    </dgm:pt>
    <dgm:pt modelId="{3949EB70-5EEC-45A6-B99E-5170D98A4495}" type="parTrans" cxnId="{310FB5A7-6211-4E61-BA62-B27C587848A4}">
      <dgm:prSet/>
      <dgm:spPr/>
      <dgm:t>
        <a:bodyPr/>
        <a:lstStyle/>
        <a:p>
          <a:endParaRPr lang="es-PE"/>
        </a:p>
      </dgm:t>
    </dgm:pt>
    <dgm:pt modelId="{C1556868-B883-4CE0-B6CD-3DF38DE65449}" type="sibTrans" cxnId="{310FB5A7-6211-4E61-BA62-B27C587848A4}">
      <dgm:prSet/>
      <dgm:spPr/>
      <dgm:t>
        <a:bodyPr/>
        <a:lstStyle/>
        <a:p>
          <a:endParaRPr lang="es-PE"/>
        </a:p>
      </dgm:t>
    </dgm:pt>
    <dgm:pt modelId="{DB8307EB-EB33-44A3-9C8B-92B3DD83BB67}">
      <dgm:prSet phldrT="[Texto]" phldr="0" custT="1"/>
      <dgm:spPr/>
      <dgm:t>
        <a:bodyPr/>
        <a:lstStyle/>
        <a:p>
          <a:r>
            <a:rPr lang="es-ES" sz="900" dirty="0"/>
            <a:t>Mover</a:t>
          </a:r>
        </a:p>
        <a:p>
          <a:r>
            <a:rPr lang="es-PE" sz="900" dirty="0"/>
            <a:t>Transformar</a:t>
          </a:r>
        </a:p>
        <a:p>
          <a:r>
            <a:rPr lang="es-PE" sz="900" dirty="0"/>
            <a:t>Integrar</a:t>
          </a:r>
        </a:p>
        <a:p>
          <a:r>
            <a:rPr lang="es-PE" sz="900" dirty="0"/>
            <a:t>Agregar</a:t>
          </a:r>
        </a:p>
      </dgm:t>
    </dgm:pt>
    <dgm:pt modelId="{7D8C2CBB-325E-46C3-85FA-A1BB902AF6F7}" type="parTrans" cxnId="{2FAC456B-C6A5-40F3-81E2-0E7FB2C38339}">
      <dgm:prSet/>
      <dgm:spPr/>
      <dgm:t>
        <a:bodyPr/>
        <a:lstStyle/>
        <a:p>
          <a:endParaRPr lang="es-PE"/>
        </a:p>
      </dgm:t>
    </dgm:pt>
    <dgm:pt modelId="{DD8F5ECF-0E10-463F-B0F2-D3CF1196D574}" type="sibTrans" cxnId="{2FAC456B-C6A5-40F3-81E2-0E7FB2C38339}">
      <dgm:prSet/>
      <dgm:spPr/>
      <dgm:t>
        <a:bodyPr/>
        <a:lstStyle/>
        <a:p>
          <a:endParaRPr lang="es-PE"/>
        </a:p>
      </dgm:t>
    </dgm:pt>
    <dgm:pt modelId="{24706E00-AB8C-4500-A9ED-58DADC553A43}">
      <dgm:prSet phldrT="[Texto]" phldr="0" custT="1"/>
      <dgm:spPr/>
      <dgm:t>
        <a:bodyPr/>
        <a:lstStyle/>
        <a:p>
          <a:r>
            <a:rPr lang="es-ES" sz="900" dirty="0"/>
            <a:t>Analizar</a:t>
          </a:r>
        </a:p>
        <a:p>
          <a:r>
            <a:rPr lang="es-PE" sz="900" dirty="0"/>
            <a:t>Usar</a:t>
          </a:r>
        </a:p>
      </dgm:t>
    </dgm:pt>
    <dgm:pt modelId="{78C463B5-4D0F-491F-B2B2-D22A224397CA}" type="parTrans" cxnId="{FAFD3BB7-FB61-4639-8C29-E537DBB55E70}">
      <dgm:prSet/>
      <dgm:spPr/>
      <dgm:t>
        <a:bodyPr/>
        <a:lstStyle/>
        <a:p>
          <a:endParaRPr lang="es-PE"/>
        </a:p>
      </dgm:t>
    </dgm:pt>
    <dgm:pt modelId="{7F065387-0477-46B8-BAE9-CC949B9724A8}" type="sibTrans" cxnId="{FAFD3BB7-FB61-4639-8C29-E537DBB55E70}">
      <dgm:prSet/>
      <dgm:spPr/>
      <dgm:t>
        <a:bodyPr/>
        <a:lstStyle/>
        <a:p>
          <a:endParaRPr lang="es-PE"/>
        </a:p>
      </dgm:t>
    </dgm:pt>
    <dgm:pt modelId="{6E292A08-FB6C-49F8-897F-17387061F16B}">
      <dgm:prSet phldrT="[Texto]" phldr="0" custT="1"/>
      <dgm:spPr/>
      <dgm:t>
        <a:bodyPr/>
        <a:lstStyle/>
        <a:p>
          <a:r>
            <a:rPr lang="es-ES" sz="900" dirty="0"/>
            <a:t>Almacenar</a:t>
          </a:r>
        </a:p>
        <a:p>
          <a:r>
            <a:rPr lang="es-PE" sz="900" dirty="0"/>
            <a:t>Archivar</a:t>
          </a:r>
        </a:p>
        <a:p>
          <a:r>
            <a:rPr lang="es-PE" sz="900" dirty="0"/>
            <a:t>Eliminar</a:t>
          </a:r>
        </a:p>
      </dgm:t>
    </dgm:pt>
    <dgm:pt modelId="{CE4D0823-0977-4DD5-870D-6210F908A9AD}" type="parTrans" cxnId="{2764B9C7-E3F7-4110-8AE4-77E9D9136F67}">
      <dgm:prSet/>
      <dgm:spPr/>
      <dgm:t>
        <a:bodyPr/>
        <a:lstStyle/>
        <a:p>
          <a:endParaRPr lang="es-PE"/>
        </a:p>
      </dgm:t>
    </dgm:pt>
    <dgm:pt modelId="{119D9C90-6F0B-40A5-9183-207EB8FDB078}" type="sibTrans" cxnId="{2764B9C7-E3F7-4110-8AE4-77E9D9136F67}">
      <dgm:prSet/>
      <dgm:spPr/>
      <dgm:t>
        <a:bodyPr/>
        <a:lstStyle/>
        <a:p>
          <a:endParaRPr lang="es-PE"/>
        </a:p>
      </dgm:t>
    </dgm:pt>
    <dgm:pt modelId="{D35CF48E-0152-461C-AF0B-721F0EA6A572}">
      <dgm:prSet phldrT="[Texto]" phldr="0" custT="1"/>
      <dgm:spPr/>
      <dgm:t>
        <a:bodyPr/>
        <a:lstStyle/>
        <a:p>
          <a:r>
            <a:rPr lang="es-ES" sz="900" dirty="0"/>
            <a:t>Validar</a:t>
          </a:r>
        </a:p>
        <a:p>
          <a:r>
            <a:rPr lang="es-PE" sz="900" dirty="0"/>
            <a:t>Compartir</a:t>
          </a:r>
        </a:p>
        <a:p>
          <a:r>
            <a:rPr lang="es-PE" sz="900" dirty="0"/>
            <a:t>Entregar</a:t>
          </a:r>
        </a:p>
      </dgm:t>
    </dgm:pt>
    <dgm:pt modelId="{B2E03473-CE39-4774-ABF9-E9C03D8B51DB}" type="parTrans" cxnId="{B46E4420-2BA9-45DA-92EF-3DF021E09A71}">
      <dgm:prSet/>
      <dgm:spPr/>
      <dgm:t>
        <a:bodyPr/>
        <a:lstStyle/>
        <a:p>
          <a:endParaRPr lang="es-PE"/>
        </a:p>
      </dgm:t>
    </dgm:pt>
    <dgm:pt modelId="{EA50C78E-3F2B-45A9-AF6B-799D957CC08B}" type="sibTrans" cxnId="{B46E4420-2BA9-45DA-92EF-3DF021E09A71}">
      <dgm:prSet/>
      <dgm:spPr/>
      <dgm:t>
        <a:bodyPr/>
        <a:lstStyle/>
        <a:p>
          <a:endParaRPr lang="es-PE"/>
        </a:p>
      </dgm:t>
    </dgm:pt>
    <dgm:pt modelId="{42DB7F9B-7EC9-4E7F-9204-C7C2F2BE10C9}" type="pres">
      <dgm:prSet presAssocID="{196CEF9D-FA64-4C4A-A8A4-AFAFEAEBAEA7}" presName="Name0" presStyleCnt="0">
        <dgm:presLayoutVars>
          <dgm:dir/>
          <dgm:animLvl val="lvl"/>
          <dgm:resizeHandles val="exact"/>
        </dgm:presLayoutVars>
      </dgm:prSet>
      <dgm:spPr/>
    </dgm:pt>
    <dgm:pt modelId="{C083F150-E559-4D65-A79C-9BA13AB7741C}" type="pres">
      <dgm:prSet presAssocID="{B298CB62-43D2-4C29-8A30-859C3DC1019F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5385CC57-E7F3-48C9-BA56-9E13B65EE016}" type="pres">
      <dgm:prSet presAssocID="{269D12D4-A3B9-4158-91CA-83DD1015B77E}" presName="parTxOnlySpace" presStyleCnt="0"/>
      <dgm:spPr/>
    </dgm:pt>
    <dgm:pt modelId="{681F424A-F4C1-4A9E-8781-5C0E2DF13542}" type="pres">
      <dgm:prSet presAssocID="{CBBF1FCD-2AA2-4C2F-A17C-D565494E1E82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E2B1B873-0CF9-4F53-817B-D559F2840919}" type="pres">
      <dgm:prSet presAssocID="{F628070C-2894-48B7-AFD3-710C7350009C}" presName="parTxOnlySpace" presStyleCnt="0"/>
      <dgm:spPr/>
    </dgm:pt>
    <dgm:pt modelId="{83DF1333-6A78-485C-A9E1-953A24E6F6DA}" type="pres">
      <dgm:prSet presAssocID="{CB220D77-F89E-437E-AE81-583D43C43591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2E50E8F0-C7C5-45CF-AF1B-E1BB191BBB7C}" type="pres">
      <dgm:prSet presAssocID="{5BD9D47C-3D46-4F49-9F3F-7C84361B5197}" presName="parTxOnlySpace" presStyleCnt="0"/>
      <dgm:spPr/>
    </dgm:pt>
    <dgm:pt modelId="{4FE1025E-586B-42DF-8F79-012726F6F12C}" type="pres">
      <dgm:prSet presAssocID="{A8245AF8-FF4E-44DC-BD2A-F7381DD05253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CB9145CE-6B5A-4027-8976-009EB242E4CD}" type="pres">
      <dgm:prSet presAssocID="{C1556868-B883-4CE0-B6CD-3DF38DE65449}" presName="parTxOnlySpace" presStyleCnt="0"/>
      <dgm:spPr/>
    </dgm:pt>
    <dgm:pt modelId="{1482404C-42F1-4F0B-A067-92B5A95074F5}" type="pres">
      <dgm:prSet presAssocID="{DB8307EB-EB33-44A3-9C8B-92B3DD83BB67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A9EB445A-B08E-4FFE-B99A-91A3058E0C3D}" type="pres">
      <dgm:prSet presAssocID="{DD8F5ECF-0E10-463F-B0F2-D3CF1196D574}" presName="parTxOnlySpace" presStyleCnt="0"/>
      <dgm:spPr/>
    </dgm:pt>
    <dgm:pt modelId="{1761151C-6525-44A6-BEE8-E70735A74FBF}" type="pres">
      <dgm:prSet presAssocID="{D35CF48E-0152-461C-AF0B-721F0EA6A572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AE91C183-79C6-4050-A5C6-16D9FA346F0A}" type="pres">
      <dgm:prSet presAssocID="{EA50C78E-3F2B-45A9-AF6B-799D957CC08B}" presName="parTxOnlySpace" presStyleCnt="0"/>
      <dgm:spPr/>
    </dgm:pt>
    <dgm:pt modelId="{F28EAC6C-4C57-4A99-AF6C-6245744704B1}" type="pres">
      <dgm:prSet presAssocID="{24706E00-AB8C-4500-A9ED-58DADC553A43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8255AC31-D866-4721-96DD-B02012C14DD3}" type="pres">
      <dgm:prSet presAssocID="{7F065387-0477-46B8-BAE9-CC949B9724A8}" presName="parTxOnlySpace" presStyleCnt="0"/>
      <dgm:spPr/>
    </dgm:pt>
    <dgm:pt modelId="{0303BA62-792B-4DAA-93D1-03961A20910D}" type="pres">
      <dgm:prSet presAssocID="{6E292A08-FB6C-49F8-897F-17387061F16B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B46E4420-2BA9-45DA-92EF-3DF021E09A71}" srcId="{196CEF9D-FA64-4C4A-A8A4-AFAFEAEBAEA7}" destId="{D35CF48E-0152-461C-AF0B-721F0EA6A572}" srcOrd="5" destOrd="0" parTransId="{B2E03473-CE39-4774-ABF9-E9C03D8B51DB}" sibTransId="{EA50C78E-3F2B-45A9-AF6B-799D957CC08B}"/>
    <dgm:cxn modelId="{E19F383F-D38D-459D-A217-F8190190B604}" type="presOf" srcId="{CBBF1FCD-2AA2-4C2F-A17C-D565494E1E82}" destId="{681F424A-F4C1-4A9E-8781-5C0E2DF13542}" srcOrd="0" destOrd="0" presId="urn:microsoft.com/office/officeart/2005/8/layout/chevron1"/>
    <dgm:cxn modelId="{2FAC456B-C6A5-40F3-81E2-0E7FB2C38339}" srcId="{196CEF9D-FA64-4C4A-A8A4-AFAFEAEBAEA7}" destId="{DB8307EB-EB33-44A3-9C8B-92B3DD83BB67}" srcOrd="4" destOrd="0" parTransId="{7D8C2CBB-325E-46C3-85FA-A1BB902AF6F7}" sibTransId="{DD8F5ECF-0E10-463F-B0F2-D3CF1196D574}"/>
    <dgm:cxn modelId="{BC675876-303E-4B33-91E8-68699BE990D6}" type="presOf" srcId="{6E292A08-FB6C-49F8-897F-17387061F16B}" destId="{0303BA62-792B-4DAA-93D1-03961A20910D}" srcOrd="0" destOrd="0" presId="urn:microsoft.com/office/officeart/2005/8/layout/chevron1"/>
    <dgm:cxn modelId="{F341257B-9ED1-4919-8A78-DBE54452C16F}" type="presOf" srcId="{D35CF48E-0152-461C-AF0B-721F0EA6A572}" destId="{1761151C-6525-44A6-BEE8-E70735A74FBF}" srcOrd="0" destOrd="0" presId="urn:microsoft.com/office/officeart/2005/8/layout/chevron1"/>
    <dgm:cxn modelId="{119F058A-FF15-4FFA-B529-555C4982DE44}" type="presOf" srcId="{24706E00-AB8C-4500-A9ED-58DADC553A43}" destId="{F28EAC6C-4C57-4A99-AF6C-6245744704B1}" srcOrd="0" destOrd="0" presId="urn:microsoft.com/office/officeart/2005/8/layout/chevron1"/>
    <dgm:cxn modelId="{34D3588E-4EE0-4B0A-87FF-F6F4834C5457}" type="presOf" srcId="{A8245AF8-FF4E-44DC-BD2A-F7381DD05253}" destId="{4FE1025E-586B-42DF-8F79-012726F6F12C}" srcOrd="0" destOrd="0" presId="urn:microsoft.com/office/officeart/2005/8/layout/chevron1"/>
    <dgm:cxn modelId="{EA0E8296-0156-4B59-A902-2A0662FBA900}" type="presOf" srcId="{B298CB62-43D2-4C29-8A30-859C3DC1019F}" destId="{C083F150-E559-4D65-A79C-9BA13AB7741C}" srcOrd="0" destOrd="0" presId="urn:microsoft.com/office/officeart/2005/8/layout/chevron1"/>
    <dgm:cxn modelId="{310FB5A7-6211-4E61-BA62-B27C587848A4}" srcId="{196CEF9D-FA64-4C4A-A8A4-AFAFEAEBAEA7}" destId="{A8245AF8-FF4E-44DC-BD2A-F7381DD05253}" srcOrd="3" destOrd="0" parTransId="{3949EB70-5EEC-45A6-B99E-5170D98A4495}" sibTransId="{C1556868-B883-4CE0-B6CD-3DF38DE65449}"/>
    <dgm:cxn modelId="{3FD4CFB6-2CF4-49AC-AAC8-369C2FE7427C}" type="presOf" srcId="{196CEF9D-FA64-4C4A-A8A4-AFAFEAEBAEA7}" destId="{42DB7F9B-7EC9-4E7F-9204-C7C2F2BE10C9}" srcOrd="0" destOrd="0" presId="urn:microsoft.com/office/officeart/2005/8/layout/chevron1"/>
    <dgm:cxn modelId="{FAFD3BB7-FB61-4639-8C29-E537DBB55E70}" srcId="{196CEF9D-FA64-4C4A-A8A4-AFAFEAEBAEA7}" destId="{24706E00-AB8C-4500-A9ED-58DADC553A43}" srcOrd="6" destOrd="0" parTransId="{78C463B5-4D0F-491F-B2B2-D22A224397CA}" sibTransId="{7F065387-0477-46B8-BAE9-CC949B9724A8}"/>
    <dgm:cxn modelId="{2764B9C7-E3F7-4110-8AE4-77E9D9136F67}" srcId="{196CEF9D-FA64-4C4A-A8A4-AFAFEAEBAEA7}" destId="{6E292A08-FB6C-49F8-897F-17387061F16B}" srcOrd="7" destOrd="0" parTransId="{CE4D0823-0977-4DD5-870D-6210F908A9AD}" sibTransId="{119D9C90-6F0B-40A5-9183-207EB8FDB078}"/>
    <dgm:cxn modelId="{F25337CD-4086-4EDD-99CB-3FB61ABB6020}" srcId="{196CEF9D-FA64-4C4A-A8A4-AFAFEAEBAEA7}" destId="{CBBF1FCD-2AA2-4C2F-A17C-D565494E1E82}" srcOrd="1" destOrd="0" parTransId="{BF4EFBC5-70AF-428C-AEC3-8FBE39E5B392}" sibTransId="{F628070C-2894-48B7-AFD3-710C7350009C}"/>
    <dgm:cxn modelId="{1E9E1DD6-961B-4BC8-997A-B9292F6EAA79}" srcId="{196CEF9D-FA64-4C4A-A8A4-AFAFEAEBAEA7}" destId="{CB220D77-F89E-437E-AE81-583D43C43591}" srcOrd="2" destOrd="0" parTransId="{1A6A9497-5FC3-442C-A672-E01E833EC14E}" sibTransId="{5BD9D47C-3D46-4F49-9F3F-7C84361B5197}"/>
    <dgm:cxn modelId="{15055DDC-F7C2-4069-88B1-4369E8D266E7}" type="presOf" srcId="{DB8307EB-EB33-44A3-9C8B-92B3DD83BB67}" destId="{1482404C-42F1-4F0B-A067-92B5A95074F5}" srcOrd="0" destOrd="0" presId="urn:microsoft.com/office/officeart/2005/8/layout/chevron1"/>
    <dgm:cxn modelId="{F942D1FB-90A8-4452-BCC9-586093DF0E63}" type="presOf" srcId="{CB220D77-F89E-437E-AE81-583D43C43591}" destId="{83DF1333-6A78-485C-A9E1-953A24E6F6DA}" srcOrd="0" destOrd="0" presId="urn:microsoft.com/office/officeart/2005/8/layout/chevron1"/>
    <dgm:cxn modelId="{0BAE90FC-FAF0-46D1-ADB1-87EAB8753897}" srcId="{196CEF9D-FA64-4C4A-A8A4-AFAFEAEBAEA7}" destId="{B298CB62-43D2-4C29-8A30-859C3DC1019F}" srcOrd="0" destOrd="0" parTransId="{D8ABC785-6EB8-4B19-BC55-3D7857522D3F}" sibTransId="{269D12D4-A3B9-4158-91CA-83DD1015B77E}"/>
    <dgm:cxn modelId="{DE8733C4-5A65-4BBD-84DA-CAB8A705BF9A}" type="presParOf" srcId="{42DB7F9B-7EC9-4E7F-9204-C7C2F2BE10C9}" destId="{C083F150-E559-4D65-A79C-9BA13AB7741C}" srcOrd="0" destOrd="0" presId="urn:microsoft.com/office/officeart/2005/8/layout/chevron1"/>
    <dgm:cxn modelId="{A06599BD-4EFB-4D90-B1D0-262692095783}" type="presParOf" srcId="{42DB7F9B-7EC9-4E7F-9204-C7C2F2BE10C9}" destId="{5385CC57-E7F3-48C9-BA56-9E13B65EE016}" srcOrd="1" destOrd="0" presId="urn:microsoft.com/office/officeart/2005/8/layout/chevron1"/>
    <dgm:cxn modelId="{074B6E30-292E-41D4-963F-6CA76E0D1395}" type="presParOf" srcId="{42DB7F9B-7EC9-4E7F-9204-C7C2F2BE10C9}" destId="{681F424A-F4C1-4A9E-8781-5C0E2DF13542}" srcOrd="2" destOrd="0" presId="urn:microsoft.com/office/officeart/2005/8/layout/chevron1"/>
    <dgm:cxn modelId="{45F08305-CD3E-4BD8-B99C-7AA77BEEF9F5}" type="presParOf" srcId="{42DB7F9B-7EC9-4E7F-9204-C7C2F2BE10C9}" destId="{E2B1B873-0CF9-4F53-817B-D559F2840919}" srcOrd="3" destOrd="0" presId="urn:microsoft.com/office/officeart/2005/8/layout/chevron1"/>
    <dgm:cxn modelId="{6E4C5F97-1B91-4E3A-A781-09E7F7C6B041}" type="presParOf" srcId="{42DB7F9B-7EC9-4E7F-9204-C7C2F2BE10C9}" destId="{83DF1333-6A78-485C-A9E1-953A24E6F6DA}" srcOrd="4" destOrd="0" presId="urn:microsoft.com/office/officeart/2005/8/layout/chevron1"/>
    <dgm:cxn modelId="{023367A0-FFE0-473B-9E7E-C40B45F40E30}" type="presParOf" srcId="{42DB7F9B-7EC9-4E7F-9204-C7C2F2BE10C9}" destId="{2E50E8F0-C7C5-45CF-AF1B-E1BB191BBB7C}" srcOrd="5" destOrd="0" presId="urn:microsoft.com/office/officeart/2005/8/layout/chevron1"/>
    <dgm:cxn modelId="{81BA74DA-8D33-463C-866D-06A758C2860B}" type="presParOf" srcId="{42DB7F9B-7EC9-4E7F-9204-C7C2F2BE10C9}" destId="{4FE1025E-586B-42DF-8F79-012726F6F12C}" srcOrd="6" destOrd="0" presId="urn:microsoft.com/office/officeart/2005/8/layout/chevron1"/>
    <dgm:cxn modelId="{9C8547A4-A605-4523-A81E-5EE2AB301226}" type="presParOf" srcId="{42DB7F9B-7EC9-4E7F-9204-C7C2F2BE10C9}" destId="{CB9145CE-6B5A-4027-8976-009EB242E4CD}" srcOrd="7" destOrd="0" presId="urn:microsoft.com/office/officeart/2005/8/layout/chevron1"/>
    <dgm:cxn modelId="{048316DE-7C0D-4617-92E7-AA179077FE06}" type="presParOf" srcId="{42DB7F9B-7EC9-4E7F-9204-C7C2F2BE10C9}" destId="{1482404C-42F1-4F0B-A067-92B5A95074F5}" srcOrd="8" destOrd="0" presId="urn:microsoft.com/office/officeart/2005/8/layout/chevron1"/>
    <dgm:cxn modelId="{31A47DD2-C43A-4E2A-B92B-BDAD6C2F0CD3}" type="presParOf" srcId="{42DB7F9B-7EC9-4E7F-9204-C7C2F2BE10C9}" destId="{A9EB445A-B08E-4FFE-B99A-91A3058E0C3D}" srcOrd="9" destOrd="0" presId="urn:microsoft.com/office/officeart/2005/8/layout/chevron1"/>
    <dgm:cxn modelId="{5C1D8B9C-16D5-4753-B180-4F673E32B7F6}" type="presParOf" srcId="{42DB7F9B-7EC9-4E7F-9204-C7C2F2BE10C9}" destId="{1761151C-6525-44A6-BEE8-E70735A74FBF}" srcOrd="10" destOrd="0" presId="urn:microsoft.com/office/officeart/2005/8/layout/chevron1"/>
    <dgm:cxn modelId="{F970C1CB-75A2-44C1-B30E-E1CAAD0543D2}" type="presParOf" srcId="{42DB7F9B-7EC9-4E7F-9204-C7C2F2BE10C9}" destId="{AE91C183-79C6-4050-A5C6-16D9FA346F0A}" srcOrd="11" destOrd="0" presId="urn:microsoft.com/office/officeart/2005/8/layout/chevron1"/>
    <dgm:cxn modelId="{6FCBA999-7BB3-4B2D-AE9E-48A2C20A6962}" type="presParOf" srcId="{42DB7F9B-7EC9-4E7F-9204-C7C2F2BE10C9}" destId="{F28EAC6C-4C57-4A99-AF6C-6245744704B1}" srcOrd="12" destOrd="0" presId="urn:microsoft.com/office/officeart/2005/8/layout/chevron1"/>
    <dgm:cxn modelId="{987DBA9A-0832-4E96-83D7-D6434FD76379}" type="presParOf" srcId="{42DB7F9B-7EC9-4E7F-9204-C7C2F2BE10C9}" destId="{8255AC31-D866-4721-96DD-B02012C14DD3}" srcOrd="13" destOrd="0" presId="urn:microsoft.com/office/officeart/2005/8/layout/chevron1"/>
    <dgm:cxn modelId="{6D4F6538-AD2F-429D-8293-C6637062D967}" type="presParOf" srcId="{42DB7F9B-7EC9-4E7F-9204-C7C2F2BE10C9}" destId="{0303BA62-792B-4DAA-93D1-03961A20910D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6CEF9D-FA64-4C4A-A8A4-AFAFEAEBAEA7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B298CB62-43D2-4C29-8A30-859C3DC1019F}">
      <dgm:prSet phldrT="[Texto]" phldr="0" custT="1"/>
      <dgm:spPr/>
      <dgm:t>
        <a:bodyPr/>
        <a:lstStyle/>
        <a:p>
          <a:r>
            <a:rPr lang="es-ES" sz="900" b="1" dirty="0">
              <a:highlight>
                <a:srgbClr val="FFFF00"/>
              </a:highlight>
            </a:rPr>
            <a:t>Recopilar requerimientos</a:t>
          </a:r>
          <a:endParaRPr lang="es-PE" sz="900" b="1" dirty="0">
            <a:highlight>
              <a:srgbClr val="FFFF00"/>
            </a:highlight>
          </a:endParaRPr>
        </a:p>
      </dgm:t>
    </dgm:pt>
    <dgm:pt modelId="{D8ABC785-6EB8-4B19-BC55-3D7857522D3F}" type="parTrans" cxnId="{0BAE90FC-FAF0-46D1-ADB1-87EAB8753897}">
      <dgm:prSet/>
      <dgm:spPr/>
      <dgm:t>
        <a:bodyPr/>
        <a:lstStyle/>
        <a:p>
          <a:endParaRPr lang="es-PE"/>
        </a:p>
      </dgm:t>
    </dgm:pt>
    <dgm:pt modelId="{269D12D4-A3B9-4158-91CA-83DD1015B77E}" type="sibTrans" cxnId="{0BAE90FC-FAF0-46D1-ADB1-87EAB8753897}">
      <dgm:prSet/>
      <dgm:spPr/>
      <dgm:t>
        <a:bodyPr/>
        <a:lstStyle/>
        <a:p>
          <a:endParaRPr lang="es-PE"/>
        </a:p>
      </dgm:t>
    </dgm:pt>
    <dgm:pt modelId="{CBBF1FCD-2AA2-4C2F-A17C-D565494E1E82}">
      <dgm:prSet phldrT="[Texto]" phldr="0" custT="1"/>
      <dgm:spPr/>
      <dgm:t>
        <a:bodyPr/>
        <a:lstStyle/>
        <a:p>
          <a:r>
            <a:rPr lang="es-ES" sz="900" dirty="0"/>
            <a:t>Modelar</a:t>
          </a:r>
        </a:p>
        <a:p>
          <a:r>
            <a:rPr lang="es-PE" sz="900" dirty="0"/>
            <a:t>Describir</a:t>
          </a:r>
        </a:p>
      </dgm:t>
    </dgm:pt>
    <dgm:pt modelId="{BF4EFBC5-70AF-428C-AEC3-8FBE39E5B392}" type="parTrans" cxnId="{F25337CD-4086-4EDD-99CB-3FB61ABB6020}">
      <dgm:prSet/>
      <dgm:spPr/>
      <dgm:t>
        <a:bodyPr/>
        <a:lstStyle/>
        <a:p>
          <a:endParaRPr lang="es-PE"/>
        </a:p>
      </dgm:t>
    </dgm:pt>
    <dgm:pt modelId="{F628070C-2894-48B7-AFD3-710C7350009C}" type="sibTrans" cxnId="{F25337CD-4086-4EDD-99CB-3FB61ABB6020}">
      <dgm:prSet/>
      <dgm:spPr/>
      <dgm:t>
        <a:bodyPr/>
        <a:lstStyle/>
        <a:p>
          <a:endParaRPr lang="es-PE"/>
        </a:p>
      </dgm:t>
    </dgm:pt>
    <dgm:pt modelId="{CB220D77-F89E-437E-AE81-583D43C43591}">
      <dgm:prSet phldrT="[Texto]" phldr="0" custT="1"/>
      <dgm:spPr/>
      <dgm:t>
        <a:bodyPr/>
        <a:lstStyle/>
        <a:p>
          <a:r>
            <a:rPr lang="es-ES" sz="900" dirty="0"/>
            <a:t>Crear</a:t>
          </a:r>
          <a:endParaRPr lang="es-PE" sz="900" dirty="0"/>
        </a:p>
      </dgm:t>
    </dgm:pt>
    <dgm:pt modelId="{1A6A9497-5FC3-442C-A672-E01E833EC14E}" type="parTrans" cxnId="{1E9E1DD6-961B-4BC8-997A-B9292F6EAA79}">
      <dgm:prSet/>
      <dgm:spPr/>
      <dgm:t>
        <a:bodyPr/>
        <a:lstStyle/>
        <a:p>
          <a:endParaRPr lang="es-PE"/>
        </a:p>
      </dgm:t>
    </dgm:pt>
    <dgm:pt modelId="{5BD9D47C-3D46-4F49-9F3F-7C84361B5197}" type="sibTrans" cxnId="{1E9E1DD6-961B-4BC8-997A-B9292F6EAA79}">
      <dgm:prSet/>
      <dgm:spPr/>
      <dgm:t>
        <a:bodyPr/>
        <a:lstStyle/>
        <a:p>
          <a:endParaRPr lang="es-PE"/>
        </a:p>
      </dgm:t>
    </dgm:pt>
    <dgm:pt modelId="{A8245AF8-FF4E-44DC-BD2A-F7381DD05253}">
      <dgm:prSet phldrT="[Texto]" phldr="0" custT="1"/>
      <dgm:spPr/>
      <dgm:t>
        <a:bodyPr/>
        <a:lstStyle/>
        <a:p>
          <a:r>
            <a:rPr lang="es-ES" sz="900" dirty="0"/>
            <a:t>Mapear</a:t>
          </a:r>
        </a:p>
        <a:p>
          <a:r>
            <a:rPr lang="es-PE" sz="900" dirty="0"/>
            <a:t>Validar</a:t>
          </a:r>
        </a:p>
        <a:p>
          <a:r>
            <a:rPr lang="es-PE" sz="900" dirty="0"/>
            <a:t>Preparar</a:t>
          </a:r>
        </a:p>
      </dgm:t>
    </dgm:pt>
    <dgm:pt modelId="{3949EB70-5EEC-45A6-B99E-5170D98A4495}" type="parTrans" cxnId="{310FB5A7-6211-4E61-BA62-B27C587848A4}">
      <dgm:prSet/>
      <dgm:spPr/>
      <dgm:t>
        <a:bodyPr/>
        <a:lstStyle/>
        <a:p>
          <a:endParaRPr lang="es-PE"/>
        </a:p>
      </dgm:t>
    </dgm:pt>
    <dgm:pt modelId="{C1556868-B883-4CE0-B6CD-3DF38DE65449}" type="sibTrans" cxnId="{310FB5A7-6211-4E61-BA62-B27C587848A4}">
      <dgm:prSet/>
      <dgm:spPr/>
      <dgm:t>
        <a:bodyPr/>
        <a:lstStyle/>
        <a:p>
          <a:endParaRPr lang="es-PE"/>
        </a:p>
      </dgm:t>
    </dgm:pt>
    <dgm:pt modelId="{DB8307EB-EB33-44A3-9C8B-92B3DD83BB67}">
      <dgm:prSet phldrT="[Texto]" phldr="0" custT="1"/>
      <dgm:spPr/>
      <dgm:t>
        <a:bodyPr/>
        <a:lstStyle/>
        <a:p>
          <a:r>
            <a:rPr lang="es-ES" sz="900" dirty="0"/>
            <a:t>Mover</a:t>
          </a:r>
        </a:p>
        <a:p>
          <a:r>
            <a:rPr lang="es-PE" sz="900" dirty="0"/>
            <a:t>Transformar</a:t>
          </a:r>
        </a:p>
        <a:p>
          <a:r>
            <a:rPr lang="es-PE" sz="900" dirty="0"/>
            <a:t>Integrar</a:t>
          </a:r>
        </a:p>
        <a:p>
          <a:r>
            <a:rPr lang="es-PE" sz="900" dirty="0"/>
            <a:t>Agregar</a:t>
          </a:r>
        </a:p>
      </dgm:t>
    </dgm:pt>
    <dgm:pt modelId="{7D8C2CBB-325E-46C3-85FA-A1BB902AF6F7}" type="parTrans" cxnId="{2FAC456B-C6A5-40F3-81E2-0E7FB2C38339}">
      <dgm:prSet/>
      <dgm:spPr/>
      <dgm:t>
        <a:bodyPr/>
        <a:lstStyle/>
        <a:p>
          <a:endParaRPr lang="es-PE"/>
        </a:p>
      </dgm:t>
    </dgm:pt>
    <dgm:pt modelId="{DD8F5ECF-0E10-463F-B0F2-D3CF1196D574}" type="sibTrans" cxnId="{2FAC456B-C6A5-40F3-81E2-0E7FB2C38339}">
      <dgm:prSet/>
      <dgm:spPr/>
      <dgm:t>
        <a:bodyPr/>
        <a:lstStyle/>
        <a:p>
          <a:endParaRPr lang="es-PE"/>
        </a:p>
      </dgm:t>
    </dgm:pt>
    <dgm:pt modelId="{24706E00-AB8C-4500-A9ED-58DADC553A43}">
      <dgm:prSet phldrT="[Texto]" phldr="0" custT="1"/>
      <dgm:spPr/>
      <dgm:t>
        <a:bodyPr/>
        <a:lstStyle/>
        <a:p>
          <a:r>
            <a:rPr lang="es-ES" sz="900" dirty="0"/>
            <a:t>Analizar</a:t>
          </a:r>
        </a:p>
        <a:p>
          <a:r>
            <a:rPr lang="es-PE" sz="900" dirty="0"/>
            <a:t>Usar</a:t>
          </a:r>
        </a:p>
      </dgm:t>
    </dgm:pt>
    <dgm:pt modelId="{78C463B5-4D0F-491F-B2B2-D22A224397CA}" type="parTrans" cxnId="{FAFD3BB7-FB61-4639-8C29-E537DBB55E70}">
      <dgm:prSet/>
      <dgm:spPr/>
      <dgm:t>
        <a:bodyPr/>
        <a:lstStyle/>
        <a:p>
          <a:endParaRPr lang="es-PE"/>
        </a:p>
      </dgm:t>
    </dgm:pt>
    <dgm:pt modelId="{7F065387-0477-46B8-BAE9-CC949B9724A8}" type="sibTrans" cxnId="{FAFD3BB7-FB61-4639-8C29-E537DBB55E70}">
      <dgm:prSet/>
      <dgm:spPr/>
      <dgm:t>
        <a:bodyPr/>
        <a:lstStyle/>
        <a:p>
          <a:endParaRPr lang="es-PE"/>
        </a:p>
      </dgm:t>
    </dgm:pt>
    <dgm:pt modelId="{6E292A08-FB6C-49F8-897F-17387061F16B}">
      <dgm:prSet phldrT="[Texto]" phldr="0" custT="1"/>
      <dgm:spPr/>
      <dgm:t>
        <a:bodyPr/>
        <a:lstStyle/>
        <a:p>
          <a:r>
            <a:rPr lang="es-ES" sz="900" dirty="0"/>
            <a:t>Almacenar</a:t>
          </a:r>
        </a:p>
        <a:p>
          <a:r>
            <a:rPr lang="es-PE" sz="900" dirty="0"/>
            <a:t>Archivar</a:t>
          </a:r>
        </a:p>
        <a:p>
          <a:r>
            <a:rPr lang="es-PE" sz="900" dirty="0"/>
            <a:t>Eliminar</a:t>
          </a:r>
        </a:p>
      </dgm:t>
    </dgm:pt>
    <dgm:pt modelId="{CE4D0823-0977-4DD5-870D-6210F908A9AD}" type="parTrans" cxnId="{2764B9C7-E3F7-4110-8AE4-77E9D9136F67}">
      <dgm:prSet/>
      <dgm:spPr/>
      <dgm:t>
        <a:bodyPr/>
        <a:lstStyle/>
        <a:p>
          <a:endParaRPr lang="es-PE"/>
        </a:p>
      </dgm:t>
    </dgm:pt>
    <dgm:pt modelId="{119D9C90-6F0B-40A5-9183-207EB8FDB078}" type="sibTrans" cxnId="{2764B9C7-E3F7-4110-8AE4-77E9D9136F67}">
      <dgm:prSet/>
      <dgm:spPr/>
      <dgm:t>
        <a:bodyPr/>
        <a:lstStyle/>
        <a:p>
          <a:endParaRPr lang="es-PE"/>
        </a:p>
      </dgm:t>
    </dgm:pt>
    <dgm:pt modelId="{D35CF48E-0152-461C-AF0B-721F0EA6A572}">
      <dgm:prSet phldrT="[Texto]" phldr="0" custT="1"/>
      <dgm:spPr/>
      <dgm:t>
        <a:bodyPr/>
        <a:lstStyle/>
        <a:p>
          <a:r>
            <a:rPr lang="es-ES" sz="900" dirty="0"/>
            <a:t>Validar</a:t>
          </a:r>
        </a:p>
        <a:p>
          <a:r>
            <a:rPr lang="es-PE" sz="900" dirty="0"/>
            <a:t>Compartir</a:t>
          </a:r>
        </a:p>
        <a:p>
          <a:r>
            <a:rPr lang="es-PE" sz="900" dirty="0"/>
            <a:t>Entregar</a:t>
          </a:r>
        </a:p>
      </dgm:t>
    </dgm:pt>
    <dgm:pt modelId="{B2E03473-CE39-4774-ABF9-E9C03D8B51DB}" type="parTrans" cxnId="{B46E4420-2BA9-45DA-92EF-3DF021E09A71}">
      <dgm:prSet/>
      <dgm:spPr/>
      <dgm:t>
        <a:bodyPr/>
        <a:lstStyle/>
        <a:p>
          <a:endParaRPr lang="es-PE"/>
        </a:p>
      </dgm:t>
    </dgm:pt>
    <dgm:pt modelId="{EA50C78E-3F2B-45A9-AF6B-799D957CC08B}" type="sibTrans" cxnId="{B46E4420-2BA9-45DA-92EF-3DF021E09A71}">
      <dgm:prSet/>
      <dgm:spPr/>
      <dgm:t>
        <a:bodyPr/>
        <a:lstStyle/>
        <a:p>
          <a:endParaRPr lang="es-PE"/>
        </a:p>
      </dgm:t>
    </dgm:pt>
    <dgm:pt modelId="{42DB7F9B-7EC9-4E7F-9204-C7C2F2BE10C9}" type="pres">
      <dgm:prSet presAssocID="{196CEF9D-FA64-4C4A-A8A4-AFAFEAEBAEA7}" presName="Name0" presStyleCnt="0">
        <dgm:presLayoutVars>
          <dgm:dir/>
          <dgm:animLvl val="lvl"/>
          <dgm:resizeHandles val="exact"/>
        </dgm:presLayoutVars>
      </dgm:prSet>
      <dgm:spPr/>
    </dgm:pt>
    <dgm:pt modelId="{C083F150-E559-4D65-A79C-9BA13AB7741C}" type="pres">
      <dgm:prSet presAssocID="{B298CB62-43D2-4C29-8A30-859C3DC1019F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5385CC57-E7F3-48C9-BA56-9E13B65EE016}" type="pres">
      <dgm:prSet presAssocID="{269D12D4-A3B9-4158-91CA-83DD1015B77E}" presName="parTxOnlySpace" presStyleCnt="0"/>
      <dgm:spPr/>
    </dgm:pt>
    <dgm:pt modelId="{681F424A-F4C1-4A9E-8781-5C0E2DF13542}" type="pres">
      <dgm:prSet presAssocID="{CBBF1FCD-2AA2-4C2F-A17C-D565494E1E82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E2B1B873-0CF9-4F53-817B-D559F2840919}" type="pres">
      <dgm:prSet presAssocID="{F628070C-2894-48B7-AFD3-710C7350009C}" presName="parTxOnlySpace" presStyleCnt="0"/>
      <dgm:spPr/>
    </dgm:pt>
    <dgm:pt modelId="{83DF1333-6A78-485C-A9E1-953A24E6F6DA}" type="pres">
      <dgm:prSet presAssocID="{CB220D77-F89E-437E-AE81-583D43C43591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2E50E8F0-C7C5-45CF-AF1B-E1BB191BBB7C}" type="pres">
      <dgm:prSet presAssocID="{5BD9D47C-3D46-4F49-9F3F-7C84361B5197}" presName="parTxOnlySpace" presStyleCnt="0"/>
      <dgm:spPr/>
    </dgm:pt>
    <dgm:pt modelId="{4FE1025E-586B-42DF-8F79-012726F6F12C}" type="pres">
      <dgm:prSet presAssocID="{A8245AF8-FF4E-44DC-BD2A-F7381DD05253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CB9145CE-6B5A-4027-8976-009EB242E4CD}" type="pres">
      <dgm:prSet presAssocID="{C1556868-B883-4CE0-B6CD-3DF38DE65449}" presName="parTxOnlySpace" presStyleCnt="0"/>
      <dgm:spPr/>
    </dgm:pt>
    <dgm:pt modelId="{1482404C-42F1-4F0B-A067-92B5A95074F5}" type="pres">
      <dgm:prSet presAssocID="{DB8307EB-EB33-44A3-9C8B-92B3DD83BB67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A9EB445A-B08E-4FFE-B99A-91A3058E0C3D}" type="pres">
      <dgm:prSet presAssocID="{DD8F5ECF-0E10-463F-B0F2-D3CF1196D574}" presName="parTxOnlySpace" presStyleCnt="0"/>
      <dgm:spPr/>
    </dgm:pt>
    <dgm:pt modelId="{1761151C-6525-44A6-BEE8-E70735A74FBF}" type="pres">
      <dgm:prSet presAssocID="{D35CF48E-0152-461C-AF0B-721F0EA6A572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AE91C183-79C6-4050-A5C6-16D9FA346F0A}" type="pres">
      <dgm:prSet presAssocID="{EA50C78E-3F2B-45A9-AF6B-799D957CC08B}" presName="parTxOnlySpace" presStyleCnt="0"/>
      <dgm:spPr/>
    </dgm:pt>
    <dgm:pt modelId="{F28EAC6C-4C57-4A99-AF6C-6245744704B1}" type="pres">
      <dgm:prSet presAssocID="{24706E00-AB8C-4500-A9ED-58DADC553A43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8255AC31-D866-4721-96DD-B02012C14DD3}" type="pres">
      <dgm:prSet presAssocID="{7F065387-0477-46B8-BAE9-CC949B9724A8}" presName="parTxOnlySpace" presStyleCnt="0"/>
      <dgm:spPr/>
    </dgm:pt>
    <dgm:pt modelId="{0303BA62-792B-4DAA-93D1-03961A20910D}" type="pres">
      <dgm:prSet presAssocID="{6E292A08-FB6C-49F8-897F-17387061F16B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B46E4420-2BA9-45DA-92EF-3DF021E09A71}" srcId="{196CEF9D-FA64-4C4A-A8A4-AFAFEAEBAEA7}" destId="{D35CF48E-0152-461C-AF0B-721F0EA6A572}" srcOrd="5" destOrd="0" parTransId="{B2E03473-CE39-4774-ABF9-E9C03D8B51DB}" sibTransId="{EA50C78E-3F2B-45A9-AF6B-799D957CC08B}"/>
    <dgm:cxn modelId="{E19F383F-D38D-459D-A217-F8190190B604}" type="presOf" srcId="{CBBF1FCD-2AA2-4C2F-A17C-D565494E1E82}" destId="{681F424A-F4C1-4A9E-8781-5C0E2DF13542}" srcOrd="0" destOrd="0" presId="urn:microsoft.com/office/officeart/2005/8/layout/chevron1"/>
    <dgm:cxn modelId="{2FAC456B-C6A5-40F3-81E2-0E7FB2C38339}" srcId="{196CEF9D-FA64-4C4A-A8A4-AFAFEAEBAEA7}" destId="{DB8307EB-EB33-44A3-9C8B-92B3DD83BB67}" srcOrd="4" destOrd="0" parTransId="{7D8C2CBB-325E-46C3-85FA-A1BB902AF6F7}" sibTransId="{DD8F5ECF-0E10-463F-B0F2-D3CF1196D574}"/>
    <dgm:cxn modelId="{BC675876-303E-4B33-91E8-68699BE990D6}" type="presOf" srcId="{6E292A08-FB6C-49F8-897F-17387061F16B}" destId="{0303BA62-792B-4DAA-93D1-03961A20910D}" srcOrd="0" destOrd="0" presId="urn:microsoft.com/office/officeart/2005/8/layout/chevron1"/>
    <dgm:cxn modelId="{F341257B-9ED1-4919-8A78-DBE54452C16F}" type="presOf" srcId="{D35CF48E-0152-461C-AF0B-721F0EA6A572}" destId="{1761151C-6525-44A6-BEE8-E70735A74FBF}" srcOrd="0" destOrd="0" presId="urn:microsoft.com/office/officeart/2005/8/layout/chevron1"/>
    <dgm:cxn modelId="{119F058A-FF15-4FFA-B529-555C4982DE44}" type="presOf" srcId="{24706E00-AB8C-4500-A9ED-58DADC553A43}" destId="{F28EAC6C-4C57-4A99-AF6C-6245744704B1}" srcOrd="0" destOrd="0" presId="urn:microsoft.com/office/officeart/2005/8/layout/chevron1"/>
    <dgm:cxn modelId="{34D3588E-4EE0-4B0A-87FF-F6F4834C5457}" type="presOf" srcId="{A8245AF8-FF4E-44DC-BD2A-F7381DD05253}" destId="{4FE1025E-586B-42DF-8F79-012726F6F12C}" srcOrd="0" destOrd="0" presId="urn:microsoft.com/office/officeart/2005/8/layout/chevron1"/>
    <dgm:cxn modelId="{EA0E8296-0156-4B59-A902-2A0662FBA900}" type="presOf" srcId="{B298CB62-43D2-4C29-8A30-859C3DC1019F}" destId="{C083F150-E559-4D65-A79C-9BA13AB7741C}" srcOrd="0" destOrd="0" presId="urn:microsoft.com/office/officeart/2005/8/layout/chevron1"/>
    <dgm:cxn modelId="{310FB5A7-6211-4E61-BA62-B27C587848A4}" srcId="{196CEF9D-FA64-4C4A-A8A4-AFAFEAEBAEA7}" destId="{A8245AF8-FF4E-44DC-BD2A-F7381DD05253}" srcOrd="3" destOrd="0" parTransId="{3949EB70-5EEC-45A6-B99E-5170D98A4495}" sibTransId="{C1556868-B883-4CE0-B6CD-3DF38DE65449}"/>
    <dgm:cxn modelId="{3FD4CFB6-2CF4-49AC-AAC8-369C2FE7427C}" type="presOf" srcId="{196CEF9D-FA64-4C4A-A8A4-AFAFEAEBAEA7}" destId="{42DB7F9B-7EC9-4E7F-9204-C7C2F2BE10C9}" srcOrd="0" destOrd="0" presId="urn:microsoft.com/office/officeart/2005/8/layout/chevron1"/>
    <dgm:cxn modelId="{FAFD3BB7-FB61-4639-8C29-E537DBB55E70}" srcId="{196CEF9D-FA64-4C4A-A8A4-AFAFEAEBAEA7}" destId="{24706E00-AB8C-4500-A9ED-58DADC553A43}" srcOrd="6" destOrd="0" parTransId="{78C463B5-4D0F-491F-B2B2-D22A224397CA}" sibTransId="{7F065387-0477-46B8-BAE9-CC949B9724A8}"/>
    <dgm:cxn modelId="{2764B9C7-E3F7-4110-8AE4-77E9D9136F67}" srcId="{196CEF9D-FA64-4C4A-A8A4-AFAFEAEBAEA7}" destId="{6E292A08-FB6C-49F8-897F-17387061F16B}" srcOrd="7" destOrd="0" parTransId="{CE4D0823-0977-4DD5-870D-6210F908A9AD}" sibTransId="{119D9C90-6F0B-40A5-9183-207EB8FDB078}"/>
    <dgm:cxn modelId="{F25337CD-4086-4EDD-99CB-3FB61ABB6020}" srcId="{196CEF9D-FA64-4C4A-A8A4-AFAFEAEBAEA7}" destId="{CBBF1FCD-2AA2-4C2F-A17C-D565494E1E82}" srcOrd="1" destOrd="0" parTransId="{BF4EFBC5-70AF-428C-AEC3-8FBE39E5B392}" sibTransId="{F628070C-2894-48B7-AFD3-710C7350009C}"/>
    <dgm:cxn modelId="{1E9E1DD6-961B-4BC8-997A-B9292F6EAA79}" srcId="{196CEF9D-FA64-4C4A-A8A4-AFAFEAEBAEA7}" destId="{CB220D77-F89E-437E-AE81-583D43C43591}" srcOrd="2" destOrd="0" parTransId="{1A6A9497-5FC3-442C-A672-E01E833EC14E}" sibTransId="{5BD9D47C-3D46-4F49-9F3F-7C84361B5197}"/>
    <dgm:cxn modelId="{15055DDC-F7C2-4069-88B1-4369E8D266E7}" type="presOf" srcId="{DB8307EB-EB33-44A3-9C8B-92B3DD83BB67}" destId="{1482404C-42F1-4F0B-A067-92B5A95074F5}" srcOrd="0" destOrd="0" presId="urn:microsoft.com/office/officeart/2005/8/layout/chevron1"/>
    <dgm:cxn modelId="{F942D1FB-90A8-4452-BCC9-586093DF0E63}" type="presOf" srcId="{CB220D77-F89E-437E-AE81-583D43C43591}" destId="{83DF1333-6A78-485C-A9E1-953A24E6F6DA}" srcOrd="0" destOrd="0" presId="urn:microsoft.com/office/officeart/2005/8/layout/chevron1"/>
    <dgm:cxn modelId="{0BAE90FC-FAF0-46D1-ADB1-87EAB8753897}" srcId="{196CEF9D-FA64-4C4A-A8A4-AFAFEAEBAEA7}" destId="{B298CB62-43D2-4C29-8A30-859C3DC1019F}" srcOrd="0" destOrd="0" parTransId="{D8ABC785-6EB8-4B19-BC55-3D7857522D3F}" sibTransId="{269D12D4-A3B9-4158-91CA-83DD1015B77E}"/>
    <dgm:cxn modelId="{DE8733C4-5A65-4BBD-84DA-CAB8A705BF9A}" type="presParOf" srcId="{42DB7F9B-7EC9-4E7F-9204-C7C2F2BE10C9}" destId="{C083F150-E559-4D65-A79C-9BA13AB7741C}" srcOrd="0" destOrd="0" presId="urn:microsoft.com/office/officeart/2005/8/layout/chevron1"/>
    <dgm:cxn modelId="{A06599BD-4EFB-4D90-B1D0-262692095783}" type="presParOf" srcId="{42DB7F9B-7EC9-4E7F-9204-C7C2F2BE10C9}" destId="{5385CC57-E7F3-48C9-BA56-9E13B65EE016}" srcOrd="1" destOrd="0" presId="urn:microsoft.com/office/officeart/2005/8/layout/chevron1"/>
    <dgm:cxn modelId="{074B6E30-292E-41D4-963F-6CA76E0D1395}" type="presParOf" srcId="{42DB7F9B-7EC9-4E7F-9204-C7C2F2BE10C9}" destId="{681F424A-F4C1-4A9E-8781-5C0E2DF13542}" srcOrd="2" destOrd="0" presId="urn:microsoft.com/office/officeart/2005/8/layout/chevron1"/>
    <dgm:cxn modelId="{45F08305-CD3E-4BD8-B99C-7AA77BEEF9F5}" type="presParOf" srcId="{42DB7F9B-7EC9-4E7F-9204-C7C2F2BE10C9}" destId="{E2B1B873-0CF9-4F53-817B-D559F2840919}" srcOrd="3" destOrd="0" presId="urn:microsoft.com/office/officeart/2005/8/layout/chevron1"/>
    <dgm:cxn modelId="{6E4C5F97-1B91-4E3A-A781-09E7F7C6B041}" type="presParOf" srcId="{42DB7F9B-7EC9-4E7F-9204-C7C2F2BE10C9}" destId="{83DF1333-6A78-485C-A9E1-953A24E6F6DA}" srcOrd="4" destOrd="0" presId="urn:microsoft.com/office/officeart/2005/8/layout/chevron1"/>
    <dgm:cxn modelId="{023367A0-FFE0-473B-9E7E-C40B45F40E30}" type="presParOf" srcId="{42DB7F9B-7EC9-4E7F-9204-C7C2F2BE10C9}" destId="{2E50E8F0-C7C5-45CF-AF1B-E1BB191BBB7C}" srcOrd="5" destOrd="0" presId="urn:microsoft.com/office/officeart/2005/8/layout/chevron1"/>
    <dgm:cxn modelId="{81BA74DA-8D33-463C-866D-06A758C2860B}" type="presParOf" srcId="{42DB7F9B-7EC9-4E7F-9204-C7C2F2BE10C9}" destId="{4FE1025E-586B-42DF-8F79-012726F6F12C}" srcOrd="6" destOrd="0" presId="urn:microsoft.com/office/officeart/2005/8/layout/chevron1"/>
    <dgm:cxn modelId="{9C8547A4-A605-4523-A81E-5EE2AB301226}" type="presParOf" srcId="{42DB7F9B-7EC9-4E7F-9204-C7C2F2BE10C9}" destId="{CB9145CE-6B5A-4027-8976-009EB242E4CD}" srcOrd="7" destOrd="0" presId="urn:microsoft.com/office/officeart/2005/8/layout/chevron1"/>
    <dgm:cxn modelId="{048316DE-7C0D-4617-92E7-AA179077FE06}" type="presParOf" srcId="{42DB7F9B-7EC9-4E7F-9204-C7C2F2BE10C9}" destId="{1482404C-42F1-4F0B-A067-92B5A95074F5}" srcOrd="8" destOrd="0" presId="urn:microsoft.com/office/officeart/2005/8/layout/chevron1"/>
    <dgm:cxn modelId="{31A47DD2-C43A-4E2A-B92B-BDAD6C2F0CD3}" type="presParOf" srcId="{42DB7F9B-7EC9-4E7F-9204-C7C2F2BE10C9}" destId="{A9EB445A-B08E-4FFE-B99A-91A3058E0C3D}" srcOrd="9" destOrd="0" presId="urn:microsoft.com/office/officeart/2005/8/layout/chevron1"/>
    <dgm:cxn modelId="{5C1D8B9C-16D5-4753-B180-4F673E32B7F6}" type="presParOf" srcId="{42DB7F9B-7EC9-4E7F-9204-C7C2F2BE10C9}" destId="{1761151C-6525-44A6-BEE8-E70735A74FBF}" srcOrd="10" destOrd="0" presId="urn:microsoft.com/office/officeart/2005/8/layout/chevron1"/>
    <dgm:cxn modelId="{F970C1CB-75A2-44C1-B30E-E1CAAD0543D2}" type="presParOf" srcId="{42DB7F9B-7EC9-4E7F-9204-C7C2F2BE10C9}" destId="{AE91C183-79C6-4050-A5C6-16D9FA346F0A}" srcOrd="11" destOrd="0" presId="urn:microsoft.com/office/officeart/2005/8/layout/chevron1"/>
    <dgm:cxn modelId="{6FCBA999-7BB3-4B2D-AE9E-48A2C20A6962}" type="presParOf" srcId="{42DB7F9B-7EC9-4E7F-9204-C7C2F2BE10C9}" destId="{F28EAC6C-4C57-4A99-AF6C-6245744704B1}" srcOrd="12" destOrd="0" presId="urn:microsoft.com/office/officeart/2005/8/layout/chevron1"/>
    <dgm:cxn modelId="{987DBA9A-0832-4E96-83D7-D6434FD76379}" type="presParOf" srcId="{42DB7F9B-7EC9-4E7F-9204-C7C2F2BE10C9}" destId="{8255AC31-D866-4721-96DD-B02012C14DD3}" srcOrd="13" destOrd="0" presId="urn:microsoft.com/office/officeart/2005/8/layout/chevron1"/>
    <dgm:cxn modelId="{6D4F6538-AD2F-429D-8293-C6637062D967}" type="presParOf" srcId="{42DB7F9B-7EC9-4E7F-9204-C7C2F2BE10C9}" destId="{0303BA62-792B-4DAA-93D1-03961A20910D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96CEF9D-FA64-4C4A-A8A4-AFAFEAEBAEA7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B298CB62-43D2-4C29-8A30-859C3DC1019F}">
      <dgm:prSet phldrT="[Texto]" phldr="0" custT="1"/>
      <dgm:spPr/>
      <dgm:t>
        <a:bodyPr/>
        <a:lstStyle/>
        <a:p>
          <a:r>
            <a:rPr lang="es-ES" sz="900" b="0" dirty="0"/>
            <a:t>Recopilar requerimientos</a:t>
          </a:r>
          <a:endParaRPr lang="es-PE" sz="900" b="0" dirty="0"/>
        </a:p>
      </dgm:t>
    </dgm:pt>
    <dgm:pt modelId="{D8ABC785-6EB8-4B19-BC55-3D7857522D3F}" type="parTrans" cxnId="{0BAE90FC-FAF0-46D1-ADB1-87EAB8753897}">
      <dgm:prSet/>
      <dgm:spPr/>
      <dgm:t>
        <a:bodyPr/>
        <a:lstStyle/>
        <a:p>
          <a:endParaRPr lang="es-PE"/>
        </a:p>
      </dgm:t>
    </dgm:pt>
    <dgm:pt modelId="{269D12D4-A3B9-4158-91CA-83DD1015B77E}" type="sibTrans" cxnId="{0BAE90FC-FAF0-46D1-ADB1-87EAB8753897}">
      <dgm:prSet/>
      <dgm:spPr/>
      <dgm:t>
        <a:bodyPr/>
        <a:lstStyle/>
        <a:p>
          <a:endParaRPr lang="es-PE"/>
        </a:p>
      </dgm:t>
    </dgm:pt>
    <dgm:pt modelId="{CBBF1FCD-2AA2-4C2F-A17C-D565494E1E82}">
      <dgm:prSet phldrT="[Texto]" phldr="0" custT="1"/>
      <dgm:spPr/>
      <dgm:t>
        <a:bodyPr/>
        <a:lstStyle/>
        <a:p>
          <a:r>
            <a:rPr lang="es-ES" sz="9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highlight>
                <a:srgbClr val="FFFF00"/>
              </a:highlight>
              <a:latin typeface="Calibri" panose="020F0502020204030204"/>
              <a:ea typeface="+mn-ea"/>
              <a:cs typeface="+mn-cs"/>
            </a:rPr>
            <a:t>Modelar</a:t>
          </a:r>
        </a:p>
        <a:p>
          <a:r>
            <a:rPr lang="es-PE" sz="9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highlight>
                <a:srgbClr val="FFFF00"/>
              </a:highlight>
              <a:latin typeface="Calibri" panose="020F0502020204030204"/>
              <a:ea typeface="+mn-ea"/>
              <a:cs typeface="+mn-cs"/>
            </a:rPr>
            <a:t>Describir</a:t>
          </a:r>
        </a:p>
      </dgm:t>
    </dgm:pt>
    <dgm:pt modelId="{BF4EFBC5-70AF-428C-AEC3-8FBE39E5B392}" type="parTrans" cxnId="{F25337CD-4086-4EDD-99CB-3FB61ABB6020}">
      <dgm:prSet/>
      <dgm:spPr/>
      <dgm:t>
        <a:bodyPr/>
        <a:lstStyle/>
        <a:p>
          <a:endParaRPr lang="es-PE"/>
        </a:p>
      </dgm:t>
    </dgm:pt>
    <dgm:pt modelId="{F628070C-2894-48B7-AFD3-710C7350009C}" type="sibTrans" cxnId="{F25337CD-4086-4EDD-99CB-3FB61ABB6020}">
      <dgm:prSet/>
      <dgm:spPr/>
      <dgm:t>
        <a:bodyPr/>
        <a:lstStyle/>
        <a:p>
          <a:endParaRPr lang="es-PE"/>
        </a:p>
      </dgm:t>
    </dgm:pt>
    <dgm:pt modelId="{CB220D77-F89E-437E-AE81-583D43C43591}">
      <dgm:prSet phldrT="[Texto]" phldr="0" custT="1"/>
      <dgm:spPr/>
      <dgm:t>
        <a:bodyPr/>
        <a:lstStyle/>
        <a:p>
          <a:r>
            <a:rPr lang="es-ES" sz="900" dirty="0"/>
            <a:t>Crear</a:t>
          </a:r>
          <a:endParaRPr lang="es-PE" sz="900" dirty="0"/>
        </a:p>
      </dgm:t>
    </dgm:pt>
    <dgm:pt modelId="{1A6A9497-5FC3-442C-A672-E01E833EC14E}" type="parTrans" cxnId="{1E9E1DD6-961B-4BC8-997A-B9292F6EAA79}">
      <dgm:prSet/>
      <dgm:spPr/>
      <dgm:t>
        <a:bodyPr/>
        <a:lstStyle/>
        <a:p>
          <a:endParaRPr lang="es-PE"/>
        </a:p>
      </dgm:t>
    </dgm:pt>
    <dgm:pt modelId="{5BD9D47C-3D46-4F49-9F3F-7C84361B5197}" type="sibTrans" cxnId="{1E9E1DD6-961B-4BC8-997A-B9292F6EAA79}">
      <dgm:prSet/>
      <dgm:spPr/>
      <dgm:t>
        <a:bodyPr/>
        <a:lstStyle/>
        <a:p>
          <a:endParaRPr lang="es-PE"/>
        </a:p>
      </dgm:t>
    </dgm:pt>
    <dgm:pt modelId="{A8245AF8-FF4E-44DC-BD2A-F7381DD05253}">
      <dgm:prSet phldrT="[Texto]" phldr="0" custT="1"/>
      <dgm:spPr/>
      <dgm:t>
        <a:bodyPr/>
        <a:lstStyle/>
        <a:p>
          <a:r>
            <a:rPr lang="es-ES" sz="900" dirty="0"/>
            <a:t>Mapear</a:t>
          </a:r>
        </a:p>
        <a:p>
          <a:r>
            <a:rPr lang="es-PE" sz="900" dirty="0"/>
            <a:t>Validar</a:t>
          </a:r>
        </a:p>
        <a:p>
          <a:r>
            <a:rPr lang="es-PE" sz="900" dirty="0"/>
            <a:t>Preparar</a:t>
          </a:r>
        </a:p>
      </dgm:t>
    </dgm:pt>
    <dgm:pt modelId="{3949EB70-5EEC-45A6-B99E-5170D98A4495}" type="parTrans" cxnId="{310FB5A7-6211-4E61-BA62-B27C587848A4}">
      <dgm:prSet/>
      <dgm:spPr/>
      <dgm:t>
        <a:bodyPr/>
        <a:lstStyle/>
        <a:p>
          <a:endParaRPr lang="es-PE"/>
        </a:p>
      </dgm:t>
    </dgm:pt>
    <dgm:pt modelId="{C1556868-B883-4CE0-B6CD-3DF38DE65449}" type="sibTrans" cxnId="{310FB5A7-6211-4E61-BA62-B27C587848A4}">
      <dgm:prSet/>
      <dgm:spPr/>
      <dgm:t>
        <a:bodyPr/>
        <a:lstStyle/>
        <a:p>
          <a:endParaRPr lang="es-PE"/>
        </a:p>
      </dgm:t>
    </dgm:pt>
    <dgm:pt modelId="{DB8307EB-EB33-44A3-9C8B-92B3DD83BB67}">
      <dgm:prSet phldrT="[Texto]" phldr="0" custT="1"/>
      <dgm:spPr/>
      <dgm:t>
        <a:bodyPr/>
        <a:lstStyle/>
        <a:p>
          <a:r>
            <a:rPr lang="es-ES" sz="900" dirty="0"/>
            <a:t>Mover</a:t>
          </a:r>
        </a:p>
        <a:p>
          <a:r>
            <a:rPr lang="es-PE" sz="900" dirty="0"/>
            <a:t>Transformar</a:t>
          </a:r>
        </a:p>
        <a:p>
          <a:r>
            <a:rPr lang="es-PE" sz="900" dirty="0"/>
            <a:t>Integrar</a:t>
          </a:r>
        </a:p>
        <a:p>
          <a:r>
            <a:rPr lang="es-PE" sz="900" dirty="0"/>
            <a:t>Agregar</a:t>
          </a:r>
        </a:p>
      </dgm:t>
    </dgm:pt>
    <dgm:pt modelId="{7D8C2CBB-325E-46C3-85FA-A1BB902AF6F7}" type="parTrans" cxnId="{2FAC456B-C6A5-40F3-81E2-0E7FB2C38339}">
      <dgm:prSet/>
      <dgm:spPr/>
      <dgm:t>
        <a:bodyPr/>
        <a:lstStyle/>
        <a:p>
          <a:endParaRPr lang="es-PE"/>
        </a:p>
      </dgm:t>
    </dgm:pt>
    <dgm:pt modelId="{DD8F5ECF-0E10-463F-B0F2-D3CF1196D574}" type="sibTrans" cxnId="{2FAC456B-C6A5-40F3-81E2-0E7FB2C38339}">
      <dgm:prSet/>
      <dgm:spPr/>
      <dgm:t>
        <a:bodyPr/>
        <a:lstStyle/>
        <a:p>
          <a:endParaRPr lang="es-PE"/>
        </a:p>
      </dgm:t>
    </dgm:pt>
    <dgm:pt modelId="{24706E00-AB8C-4500-A9ED-58DADC553A43}">
      <dgm:prSet phldrT="[Texto]" phldr="0" custT="1"/>
      <dgm:spPr/>
      <dgm:t>
        <a:bodyPr/>
        <a:lstStyle/>
        <a:p>
          <a:r>
            <a:rPr lang="es-ES" sz="900" dirty="0"/>
            <a:t>Analizar</a:t>
          </a:r>
        </a:p>
        <a:p>
          <a:r>
            <a:rPr lang="es-PE" sz="900" dirty="0"/>
            <a:t>Usar</a:t>
          </a:r>
        </a:p>
      </dgm:t>
    </dgm:pt>
    <dgm:pt modelId="{78C463B5-4D0F-491F-B2B2-D22A224397CA}" type="parTrans" cxnId="{FAFD3BB7-FB61-4639-8C29-E537DBB55E70}">
      <dgm:prSet/>
      <dgm:spPr/>
      <dgm:t>
        <a:bodyPr/>
        <a:lstStyle/>
        <a:p>
          <a:endParaRPr lang="es-PE"/>
        </a:p>
      </dgm:t>
    </dgm:pt>
    <dgm:pt modelId="{7F065387-0477-46B8-BAE9-CC949B9724A8}" type="sibTrans" cxnId="{FAFD3BB7-FB61-4639-8C29-E537DBB55E70}">
      <dgm:prSet/>
      <dgm:spPr/>
      <dgm:t>
        <a:bodyPr/>
        <a:lstStyle/>
        <a:p>
          <a:endParaRPr lang="es-PE"/>
        </a:p>
      </dgm:t>
    </dgm:pt>
    <dgm:pt modelId="{6E292A08-FB6C-49F8-897F-17387061F16B}">
      <dgm:prSet phldrT="[Texto]" phldr="0" custT="1"/>
      <dgm:spPr/>
      <dgm:t>
        <a:bodyPr/>
        <a:lstStyle/>
        <a:p>
          <a:r>
            <a:rPr lang="es-ES" sz="900" dirty="0"/>
            <a:t>Almacenar</a:t>
          </a:r>
        </a:p>
        <a:p>
          <a:r>
            <a:rPr lang="es-PE" sz="900" dirty="0"/>
            <a:t>Archivar</a:t>
          </a:r>
        </a:p>
        <a:p>
          <a:r>
            <a:rPr lang="es-PE" sz="900" dirty="0"/>
            <a:t>Eliminar</a:t>
          </a:r>
        </a:p>
      </dgm:t>
    </dgm:pt>
    <dgm:pt modelId="{CE4D0823-0977-4DD5-870D-6210F908A9AD}" type="parTrans" cxnId="{2764B9C7-E3F7-4110-8AE4-77E9D9136F67}">
      <dgm:prSet/>
      <dgm:spPr/>
      <dgm:t>
        <a:bodyPr/>
        <a:lstStyle/>
        <a:p>
          <a:endParaRPr lang="es-PE"/>
        </a:p>
      </dgm:t>
    </dgm:pt>
    <dgm:pt modelId="{119D9C90-6F0B-40A5-9183-207EB8FDB078}" type="sibTrans" cxnId="{2764B9C7-E3F7-4110-8AE4-77E9D9136F67}">
      <dgm:prSet/>
      <dgm:spPr/>
      <dgm:t>
        <a:bodyPr/>
        <a:lstStyle/>
        <a:p>
          <a:endParaRPr lang="es-PE"/>
        </a:p>
      </dgm:t>
    </dgm:pt>
    <dgm:pt modelId="{D35CF48E-0152-461C-AF0B-721F0EA6A572}">
      <dgm:prSet phldrT="[Texto]" phldr="0" custT="1"/>
      <dgm:spPr/>
      <dgm:t>
        <a:bodyPr/>
        <a:lstStyle/>
        <a:p>
          <a:r>
            <a:rPr lang="es-ES" sz="900" dirty="0"/>
            <a:t>Validar</a:t>
          </a:r>
        </a:p>
        <a:p>
          <a:r>
            <a:rPr lang="es-PE" sz="900" dirty="0"/>
            <a:t>Compartir</a:t>
          </a:r>
        </a:p>
        <a:p>
          <a:r>
            <a:rPr lang="es-PE" sz="900" dirty="0"/>
            <a:t>Entregar</a:t>
          </a:r>
        </a:p>
      </dgm:t>
    </dgm:pt>
    <dgm:pt modelId="{B2E03473-CE39-4774-ABF9-E9C03D8B51DB}" type="parTrans" cxnId="{B46E4420-2BA9-45DA-92EF-3DF021E09A71}">
      <dgm:prSet/>
      <dgm:spPr/>
      <dgm:t>
        <a:bodyPr/>
        <a:lstStyle/>
        <a:p>
          <a:endParaRPr lang="es-PE"/>
        </a:p>
      </dgm:t>
    </dgm:pt>
    <dgm:pt modelId="{EA50C78E-3F2B-45A9-AF6B-799D957CC08B}" type="sibTrans" cxnId="{B46E4420-2BA9-45DA-92EF-3DF021E09A71}">
      <dgm:prSet/>
      <dgm:spPr/>
      <dgm:t>
        <a:bodyPr/>
        <a:lstStyle/>
        <a:p>
          <a:endParaRPr lang="es-PE"/>
        </a:p>
      </dgm:t>
    </dgm:pt>
    <dgm:pt modelId="{42DB7F9B-7EC9-4E7F-9204-C7C2F2BE10C9}" type="pres">
      <dgm:prSet presAssocID="{196CEF9D-FA64-4C4A-A8A4-AFAFEAEBAEA7}" presName="Name0" presStyleCnt="0">
        <dgm:presLayoutVars>
          <dgm:dir/>
          <dgm:animLvl val="lvl"/>
          <dgm:resizeHandles val="exact"/>
        </dgm:presLayoutVars>
      </dgm:prSet>
      <dgm:spPr/>
    </dgm:pt>
    <dgm:pt modelId="{C083F150-E559-4D65-A79C-9BA13AB7741C}" type="pres">
      <dgm:prSet presAssocID="{B298CB62-43D2-4C29-8A30-859C3DC1019F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5385CC57-E7F3-48C9-BA56-9E13B65EE016}" type="pres">
      <dgm:prSet presAssocID="{269D12D4-A3B9-4158-91CA-83DD1015B77E}" presName="parTxOnlySpace" presStyleCnt="0"/>
      <dgm:spPr/>
    </dgm:pt>
    <dgm:pt modelId="{681F424A-F4C1-4A9E-8781-5C0E2DF13542}" type="pres">
      <dgm:prSet presAssocID="{CBBF1FCD-2AA2-4C2F-A17C-D565494E1E82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E2B1B873-0CF9-4F53-817B-D559F2840919}" type="pres">
      <dgm:prSet presAssocID="{F628070C-2894-48B7-AFD3-710C7350009C}" presName="parTxOnlySpace" presStyleCnt="0"/>
      <dgm:spPr/>
    </dgm:pt>
    <dgm:pt modelId="{83DF1333-6A78-485C-A9E1-953A24E6F6DA}" type="pres">
      <dgm:prSet presAssocID="{CB220D77-F89E-437E-AE81-583D43C43591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2E50E8F0-C7C5-45CF-AF1B-E1BB191BBB7C}" type="pres">
      <dgm:prSet presAssocID="{5BD9D47C-3D46-4F49-9F3F-7C84361B5197}" presName="parTxOnlySpace" presStyleCnt="0"/>
      <dgm:spPr/>
    </dgm:pt>
    <dgm:pt modelId="{4FE1025E-586B-42DF-8F79-012726F6F12C}" type="pres">
      <dgm:prSet presAssocID="{A8245AF8-FF4E-44DC-BD2A-F7381DD05253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CB9145CE-6B5A-4027-8976-009EB242E4CD}" type="pres">
      <dgm:prSet presAssocID="{C1556868-B883-4CE0-B6CD-3DF38DE65449}" presName="parTxOnlySpace" presStyleCnt="0"/>
      <dgm:spPr/>
    </dgm:pt>
    <dgm:pt modelId="{1482404C-42F1-4F0B-A067-92B5A95074F5}" type="pres">
      <dgm:prSet presAssocID="{DB8307EB-EB33-44A3-9C8B-92B3DD83BB67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A9EB445A-B08E-4FFE-B99A-91A3058E0C3D}" type="pres">
      <dgm:prSet presAssocID="{DD8F5ECF-0E10-463F-B0F2-D3CF1196D574}" presName="parTxOnlySpace" presStyleCnt="0"/>
      <dgm:spPr/>
    </dgm:pt>
    <dgm:pt modelId="{1761151C-6525-44A6-BEE8-E70735A74FBF}" type="pres">
      <dgm:prSet presAssocID="{D35CF48E-0152-461C-AF0B-721F0EA6A572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AE91C183-79C6-4050-A5C6-16D9FA346F0A}" type="pres">
      <dgm:prSet presAssocID="{EA50C78E-3F2B-45A9-AF6B-799D957CC08B}" presName="parTxOnlySpace" presStyleCnt="0"/>
      <dgm:spPr/>
    </dgm:pt>
    <dgm:pt modelId="{F28EAC6C-4C57-4A99-AF6C-6245744704B1}" type="pres">
      <dgm:prSet presAssocID="{24706E00-AB8C-4500-A9ED-58DADC553A43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8255AC31-D866-4721-96DD-B02012C14DD3}" type="pres">
      <dgm:prSet presAssocID="{7F065387-0477-46B8-BAE9-CC949B9724A8}" presName="parTxOnlySpace" presStyleCnt="0"/>
      <dgm:spPr/>
    </dgm:pt>
    <dgm:pt modelId="{0303BA62-792B-4DAA-93D1-03961A20910D}" type="pres">
      <dgm:prSet presAssocID="{6E292A08-FB6C-49F8-897F-17387061F16B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B46E4420-2BA9-45DA-92EF-3DF021E09A71}" srcId="{196CEF9D-FA64-4C4A-A8A4-AFAFEAEBAEA7}" destId="{D35CF48E-0152-461C-AF0B-721F0EA6A572}" srcOrd="5" destOrd="0" parTransId="{B2E03473-CE39-4774-ABF9-E9C03D8B51DB}" sibTransId="{EA50C78E-3F2B-45A9-AF6B-799D957CC08B}"/>
    <dgm:cxn modelId="{E19F383F-D38D-459D-A217-F8190190B604}" type="presOf" srcId="{CBBF1FCD-2AA2-4C2F-A17C-D565494E1E82}" destId="{681F424A-F4C1-4A9E-8781-5C0E2DF13542}" srcOrd="0" destOrd="0" presId="urn:microsoft.com/office/officeart/2005/8/layout/chevron1"/>
    <dgm:cxn modelId="{2FAC456B-C6A5-40F3-81E2-0E7FB2C38339}" srcId="{196CEF9D-FA64-4C4A-A8A4-AFAFEAEBAEA7}" destId="{DB8307EB-EB33-44A3-9C8B-92B3DD83BB67}" srcOrd="4" destOrd="0" parTransId="{7D8C2CBB-325E-46C3-85FA-A1BB902AF6F7}" sibTransId="{DD8F5ECF-0E10-463F-B0F2-D3CF1196D574}"/>
    <dgm:cxn modelId="{BC675876-303E-4B33-91E8-68699BE990D6}" type="presOf" srcId="{6E292A08-FB6C-49F8-897F-17387061F16B}" destId="{0303BA62-792B-4DAA-93D1-03961A20910D}" srcOrd="0" destOrd="0" presId="urn:microsoft.com/office/officeart/2005/8/layout/chevron1"/>
    <dgm:cxn modelId="{F341257B-9ED1-4919-8A78-DBE54452C16F}" type="presOf" srcId="{D35CF48E-0152-461C-AF0B-721F0EA6A572}" destId="{1761151C-6525-44A6-BEE8-E70735A74FBF}" srcOrd="0" destOrd="0" presId="urn:microsoft.com/office/officeart/2005/8/layout/chevron1"/>
    <dgm:cxn modelId="{119F058A-FF15-4FFA-B529-555C4982DE44}" type="presOf" srcId="{24706E00-AB8C-4500-A9ED-58DADC553A43}" destId="{F28EAC6C-4C57-4A99-AF6C-6245744704B1}" srcOrd="0" destOrd="0" presId="urn:microsoft.com/office/officeart/2005/8/layout/chevron1"/>
    <dgm:cxn modelId="{34D3588E-4EE0-4B0A-87FF-F6F4834C5457}" type="presOf" srcId="{A8245AF8-FF4E-44DC-BD2A-F7381DD05253}" destId="{4FE1025E-586B-42DF-8F79-012726F6F12C}" srcOrd="0" destOrd="0" presId="urn:microsoft.com/office/officeart/2005/8/layout/chevron1"/>
    <dgm:cxn modelId="{EA0E8296-0156-4B59-A902-2A0662FBA900}" type="presOf" srcId="{B298CB62-43D2-4C29-8A30-859C3DC1019F}" destId="{C083F150-E559-4D65-A79C-9BA13AB7741C}" srcOrd="0" destOrd="0" presId="urn:microsoft.com/office/officeart/2005/8/layout/chevron1"/>
    <dgm:cxn modelId="{310FB5A7-6211-4E61-BA62-B27C587848A4}" srcId="{196CEF9D-FA64-4C4A-A8A4-AFAFEAEBAEA7}" destId="{A8245AF8-FF4E-44DC-BD2A-F7381DD05253}" srcOrd="3" destOrd="0" parTransId="{3949EB70-5EEC-45A6-B99E-5170D98A4495}" sibTransId="{C1556868-B883-4CE0-B6CD-3DF38DE65449}"/>
    <dgm:cxn modelId="{3FD4CFB6-2CF4-49AC-AAC8-369C2FE7427C}" type="presOf" srcId="{196CEF9D-FA64-4C4A-A8A4-AFAFEAEBAEA7}" destId="{42DB7F9B-7EC9-4E7F-9204-C7C2F2BE10C9}" srcOrd="0" destOrd="0" presId="urn:microsoft.com/office/officeart/2005/8/layout/chevron1"/>
    <dgm:cxn modelId="{FAFD3BB7-FB61-4639-8C29-E537DBB55E70}" srcId="{196CEF9D-FA64-4C4A-A8A4-AFAFEAEBAEA7}" destId="{24706E00-AB8C-4500-A9ED-58DADC553A43}" srcOrd="6" destOrd="0" parTransId="{78C463B5-4D0F-491F-B2B2-D22A224397CA}" sibTransId="{7F065387-0477-46B8-BAE9-CC949B9724A8}"/>
    <dgm:cxn modelId="{2764B9C7-E3F7-4110-8AE4-77E9D9136F67}" srcId="{196CEF9D-FA64-4C4A-A8A4-AFAFEAEBAEA7}" destId="{6E292A08-FB6C-49F8-897F-17387061F16B}" srcOrd="7" destOrd="0" parTransId="{CE4D0823-0977-4DD5-870D-6210F908A9AD}" sibTransId="{119D9C90-6F0B-40A5-9183-207EB8FDB078}"/>
    <dgm:cxn modelId="{F25337CD-4086-4EDD-99CB-3FB61ABB6020}" srcId="{196CEF9D-FA64-4C4A-A8A4-AFAFEAEBAEA7}" destId="{CBBF1FCD-2AA2-4C2F-A17C-D565494E1E82}" srcOrd="1" destOrd="0" parTransId="{BF4EFBC5-70AF-428C-AEC3-8FBE39E5B392}" sibTransId="{F628070C-2894-48B7-AFD3-710C7350009C}"/>
    <dgm:cxn modelId="{1E9E1DD6-961B-4BC8-997A-B9292F6EAA79}" srcId="{196CEF9D-FA64-4C4A-A8A4-AFAFEAEBAEA7}" destId="{CB220D77-F89E-437E-AE81-583D43C43591}" srcOrd="2" destOrd="0" parTransId="{1A6A9497-5FC3-442C-A672-E01E833EC14E}" sibTransId="{5BD9D47C-3D46-4F49-9F3F-7C84361B5197}"/>
    <dgm:cxn modelId="{15055DDC-F7C2-4069-88B1-4369E8D266E7}" type="presOf" srcId="{DB8307EB-EB33-44A3-9C8B-92B3DD83BB67}" destId="{1482404C-42F1-4F0B-A067-92B5A95074F5}" srcOrd="0" destOrd="0" presId="urn:microsoft.com/office/officeart/2005/8/layout/chevron1"/>
    <dgm:cxn modelId="{F942D1FB-90A8-4452-BCC9-586093DF0E63}" type="presOf" srcId="{CB220D77-F89E-437E-AE81-583D43C43591}" destId="{83DF1333-6A78-485C-A9E1-953A24E6F6DA}" srcOrd="0" destOrd="0" presId="urn:microsoft.com/office/officeart/2005/8/layout/chevron1"/>
    <dgm:cxn modelId="{0BAE90FC-FAF0-46D1-ADB1-87EAB8753897}" srcId="{196CEF9D-FA64-4C4A-A8A4-AFAFEAEBAEA7}" destId="{B298CB62-43D2-4C29-8A30-859C3DC1019F}" srcOrd="0" destOrd="0" parTransId="{D8ABC785-6EB8-4B19-BC55-3D7857522D3F}" sibTransId="{269D12D4-A3B9-4158-91CA-83DD1015B77E}"/>
    <dgm:cxn modelId="{DE8733C4-5A65-4BBD-84DA-CAB8A705BF9A}" type="presParOf" srcId="{42DB7F9B-7EC9-4E7F-9204-C7C2F2BE10C9}" destId="{C083F150-E559-4D65-A79C-9BA13AB7741C}" srcOrd="0" destOrd="0" presId="urn:microsoft.com/office/officeart/2005/8/layout/chevron1"/>
    <dgm:cxn modelId="{A06599BD-4EFB-4D90-B1D0-262692095783}" type="presParOf" srcId="{42DB7F9B-7EC9-4E7F-9204-C7C2F2BE10C9}" destId="{5385CC57-E7F3-48C9-BA56-9E13B65EE016}" srcOrd="1" destOrd="0" presId="urn:microsoft.com/office/officeart/2005/8/layout/chevron1"/>
    <dgm:cxn modelId="{074B6E30-292E-41D4-963F-6CA76E0D1395}" type="presParOf" srcId="{42DB7F9B-7EC9-4E7F-9204-C7C2F2BE10C9}" destId="{681F424A-F4C1-4A9E-8781-5C0E2DF13542}" srcOrd="2" destOrd="0" presId="urn:microsoft.com/office/officeart/2005/8/layout/chevron1"/>
    <dgm:cxn modelId="{45F08305-CD3E-4BD8-B99C-7AA77BEEF9F5}" type="presParOf" srcId="{42DB7F9B-7EC9-4E7F-9204-C7C2F2BE10C9}" destId="{E2B1B873-0CF9-4F53-817B-D559F2840919}" srcOrd="3" destOrd="0" presId="urn:microsoft.com/office/officeart/2005/8/layout/chevron1"/>
    <dgm:cxn modelId="{6E4C5F97-1B91-4E3A-A781-09E7F7C6B041}" type="presParOf" srcId="{42DB7F9B-7EC9-4E7F-9204-C7C2F2BE10C9}" destId="{83DF1333-6A78-485C-A9E1-953A24E6F6DA}" srcOrd="4" destOrd="0" presId="urn:microsoft.com/office/officeart/2005/8/layout/chevron1"/>
    <dgm:cxn modelId="{023367A0-FFE0-473B-9E7E-C40B45F40E30}" type="presParOf" srcId="{42DB7F9B-7EC9-4E7F-9204-C7C2F2BE10C9}" destId="{2E50E8F0-C7C5-45CF-AF1B-E1BB191BBB7C}" srcOrd="5" destOrd="0" presId="urn:microsoft.com/office/officeart/2005/8/layout/chevron1"/>
    <dgm:cxn modelId="{81BA74DA-8D33-463C-866D-06A758C2860B}" type="presParOf" srcId="{42DB7F9B-7EC9-4E7F-9204-C7C2F2BE10C9}" destId="{4FE1025E-586B-42DF-8F79-012726F6F12C}" srcOrd="6" destOrd="0" presId="urn:microsoft.com/office/officeart/2005/8/layout/chevron1"/>
    <dgm:cxn modelId="{9C8547A4-A605-4523-A81E-5EE2AB301226}" type="presParOf" srcId="{42DB7F9B-7EC9-4E7F-9204-C7C2F2BE10C9}" destId="{CB9145CE-6B5A-4027-8976-009EB242E4CD}" srcOrd="7" destOrd="0" presId="urn:microsoft.com/office/officeart/2005/8/layout/chevron1"/>
    <dgm:cxn modelId="{048316DE-7C0D-4617-92E7-AA179077FE06}" type="presParOf" srcId="{42DB7F9B-7EC9-4E7F-9204-C7C2F2BE10C9}" destId="{1482404C-42F1-4F0B-A067-92B5A95074F5}" srcOrd="8" destOrd="0" presId="urn:microsoft.com/office/officeart/2005/8/layout/chevron1"/>
    <dgm:cxn modelId="{31A47DD2-C43A-4E2A-B92B-BDAD6C2F0CD3}" type="presParOf" srcId="{42DB7F9B-7EC9-4E7F-9204-C7C2F2BE10C9}" destId="{A9EB445A-B08E-4FFE-B99A-91A3058E0C3D}" srcOrd="9" destOrd="0" presId="urn:microsoft.com/office/officeart/2005/8/layout/chevron1"/>
    <dgm:cxn modelId="{5C1D8B9C-16D5-4753-B180-4F673E32B7F6}" type="presParOf" srcId="{42DB7F9B-7EC9-4E7F-9204-C7C2F2BE10C9}" destId="{1761151C-6525-44A6-BEE8-E70735A74FBF}" srcOrd="10" destOrd="0" presId="urn:microsoft.com/office/officeart/2005/8/layout/chevron1"/>
    <dgm:cxn modelId="{F970C1CB-75A2-44C1-B30E-E1CAAD0543D2}" type="presParOf" srcId="{42DB7F9B-7EC9-4E7F-9204-C7C2F2BE10C9}" destId="{AE91C183-79C6-4050-A5C6-16D9FA346F0A}" srcOrd="11" destOrd="0" presId="urn:microsoft.com/office/officeart/2005/8/layout/chevron1"/>
    <dgm:cxn modelId="{6FCBA999-7BB3-4B2D-AE9E-48A2C20A6962}" type="presParOf" srcId="{42DB7F9B-7EC9-4E7F-9204-C7C2F2BE10C9}" destId="{F28EAC6C-4C57-4A99-AF6C-6245744704B1}" srcOrd="12" destOrd="0" presId="urn:microsoft.com/office/officeart/2005/8/layout/chevron1"/>
    <dgm:cxn modelId="{987DBA9A-0832-4E96-83D7-D6434FD76379}" type="presParOf" srcId="{42DB7F9B-7EC9-4E7F-9204-C7C2F2BE10C9}" destId="{8255AC31-D866-4721-96DD-B02012C14DD3}" srcOrd="13" destOrd="0" presId="urn:microsoft.com/office/officeart/2005/8/layout/chevron1"/>
    <dgm:cxn modelId="{6D4F6538-AD2F-429D-8293-C6637062D967}" type="presParOf" srcId="{42DB7F9B-7EC9-4E7F-9204-C7C2F2BE10C9}" destId="{0303BA62-792B-4DAA-93D1-03961A20910D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96CEF9D-FA64-4C4A-A8A4-AFAFEAEBAEA7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B298CB62-43D2-4C29-8A30-859C3DC1019F}">
      <dgm:prSet phldrT="[Texto]" phldr="0" custT="1"/>
      <dgm:spPr/>
      <dgm:t>
        <a:bodyPr/>
        <a:lstStyle/>
        <a:p>
          <a:r>
            <a:rPr lang="es-ES" sz="900" b="0" dirty="0"/>
            <a:t>Recopilar requerimientos</a:t>
          </a:r>
          <a:endParaRPr lang="es-PE" sz="900" b="0" dirty="0"/>
        </a:p>
      </dgm:t>
    </dgm:pt>
    <dgm:pt modelId="{D8ABC785-6EB8-4B19-BC55-3D7857522D3F}" type="parTrans" cxnId="{0BAE90FC-FAF0-46D1-ADB1-87EAB8753897}">
      <dgm:prSet/>
      <dgm:spPr/>
      <dgm:t>
        <a:bodyPr/>
        <a:lstStyle/>
        <a:p>
          <a:endParaRPr lang="es-PE"/>
        </a:p>
      </dgm:t>
    </dgm:pt>
    <dgm:pt modelId="{269D12D4-A3B9-4158-91CA-83DD1015B77E}" type="sibTrans" cxnId="{0BAE90FC-FAF0-46D1-ADB1-87EAB8753897}">
      <dgm:prSet/>
      <dgm:spPr/>
      <dgm:t>
        <a:bodyPr/>
        <a:lstStyle/>
        <a:p>
          <a:endParaRPr lang="es-PE"/>
        </a:p>
      </dgm:t>
    </dgm:pt>
    <dgm:pt modelId="{CBBF1FCD-2AA2-4C2F-A17C-D565494E1E82}">
      <dgm:prSet phldrT="[Texto]" phldr="0" custT="1"/>
      <dgm:spPr/>
      <dgm:t>
        <a:bodyPr/>
        <a:lstStyle/>
        <a:p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gm:t>
    </dgm:pt>
    <dgm:pt modelId="{BF4EFBC5-70AF-428C-AEC3-8FBE39E5B392}" type="parTrans" cxnId="{F25337CD-4086-4EDD-99CB-3FB61ABB6020}">
      <dgm:prSet/>
      <dgm:spPr/>
      <dgm:t>
        <a:bodyPr/>
        <a:lstStyle/>
        <a:p>
          <a:endParaRPr lang="es-PE"/>
        </a:p>
      </dgm:t>
    </dgm:pt>
    <dgm:pt modelId="{F628070C-2894-48B7-AFD3-710C7350009C}" type="sibTrans" cxnId="{F25337CD-4086-4EDD-99CB-3FB61ABB6020}">
      <dgm:prSet/>
      <dgm:spPr/>
      <dgm:t>
        <a:bodyPr/>
        <a:lstStyle/>
        <a:p>
          <a:endParaRPr lang="es-PE"/>
        </a:p>
      </dgm:t>
    </dgm:pt>
    <dgm:pt modelId="{CB220D77-F89E-437E-AE81-583D43C43591}">
      <dgm:prSet phldrT="[Texto]" phldr="0" custT="1"/>
      <dgm:spPr/>
      <dgm:t>
        <a:bodyPr/>
        <a:lstStyle/>
        <a:p>
          <a:r>
            <a:rPr lang="es-ES" sz="900" b="1" dirty="0">
              <a:highlight>
                <a:srgbClr val="FFFF00"/>
              </a:highlight>
            </a:rPr>
            <a:t>Crear</a:t>
          </a:r>
          <a:endParaRPr lang="es-PE" sz="900" b="1" dirty="0">
            <a:highlight>
              <a:srgbClr val="FFFF00"/>
            </a:highlight>
          </a:endParaRPr>
        </a:p>
      </dgm:t>
    </dgm:pt>
    <dgm:pt modelId="{1A6A9497-5FC3-442C-A672-E01E833EC14E}" type="parTrans" cxnId="{1E9E1DD6-961B-4BC8-997A-B9292F6EAA79}">
      <dgm:prSet/>
      <dgm:spPr/>
      <dgm:t>
        <a:bodyPr/>
        <a:lstStyle/>
        <a:p>
          <a:endParaRPr lang="es-PE"/>
        </a:p>
      </dgm:t>
    </dgm:pt>
    <dgm:pt modelId="{5BD9D47C-3D46-4F49-9F3F-7C84361B5197}" type="sibTrans" cxnId="{1E9E1DD6-961B-4BC8-997A-B9292F6EAA79}">
      <dgm:prSet/>
      <dgm:spPr/>
      <dgm:t>
        <a:bodyPr/>
        <a:lstStyle/>
        <a:p>
          <a:endParaRPr lang="es-PE"/>
        </a:p>
      </dgm:t>
    </dgm:pt>
    <dgm:pt modelId="{A8245AF8-FF4E-44DC-BD2A-F7381DD05253}">
      <dgm:prSet phldrT="[Texto]" phldr="0" custT="1"/>
      <dgm:spPr/>
      <dgm:t>
        <a:bodyPr/>
        <a:lstStyle/>
        <a:p>
          <a:r>
            <a:rPr lang="es-ES" sz="900" dirty="0"/>
            <a:t>Mapear</a:t>
          </a:r>
        </a:p>
        <a:p>
          <a:r>
            <a:rPr lang="es-PE" sz="900" dirty="0"/>
            <a:t>Validar</a:t>
          </a:r>
        </a:p>
        <a:p>
          <a:r>
            <a:rPr lang="es-PE" sz="900" dirty="0"/>
            <a:t>Preparar</a:t>
          </a:r>
        </a:p>
      </dgm:t>
    </dgm:pt>
    <dgm:pt modelId="{3949EB70-5EEC-45A6-B99E-5170D98A4495}" type="parTrans" cxnId="{310FB5A7-6211-4E61-BA62-B27C587848A4}">
      <dgm:prSet/>
      <dgm:spPr/>
      <dgm:t>
        <a:bodyPr/>
        <a:lstStyle/>
        <a:p>
          <a:endParaRPr lang="es-PE"/>
        </a:p>
      </dgm:t>
    </dgm:pt>
    <dgm:pt modelId="{C1556868-B883-4CE0-B6CD-3DF38DE65449}" type="sibTrans" cxnId="{310FB5A7-6211-4E61-BA62-B27C587848A4}">
      <dgm:prSet/>
      <dgm:spPr/>
      <dgm:t>
        <a:bodyPr/>
        <a:lstStyle/>
        <a:p>
          <a:endParaRPr lang="es-PE"/>
        </a:p>
      </dgm:t>
    </dgm:pt>
    <dgm:pt modelId="{DB8307EB-EB33-44A3-9C8B-92B3DD83BB67}">
      <dgm:prSet phldrT="[Texto]" phldr="0" custT="1"/>
      <dgm:spPr/>
      <dgm:t>
        <a:bodyPr/>
        <a:lstStyle/>
        <a:p>
          <a:r>
            <a:rPr lang="es-ES" sz="900" dirty="0"/>
            <a:t>Mover</a:t>
          </a:r>
        </a:p>
        <a:p>
          <a:r>
            <a:rPr lang="es-PE" sz="900" dirty="0"/>
            <a:t>Transformar</a:t>
          </a:r>
        </a:p>
        <a:p>
          <a:r>
            <a:rPr lang="es-PE" sz="900" dirty="0"/>
            <a:t>Integrar</a:t>
          </a:r>
        </a:p>
        <a:p>
          <a:r>
            <a:rPr lang="es-PE" sz="900" dirty="0"/>
            <a:t>Agregar</a:t>
          </a:r>
        </a:p>
      </dgm:t>
    </dgm:pt>
    <dgm:pt modelId="{7D8C2CBB-325E-46C3-85FA-A1BB902AF6F7}" type="parTrans" cxnId="{2FAC456B-C6A5-40F3-81E2-0E7FB2C38339}">
      <dgm:prSet/>
      <dgm:spPr/>
      <dgm:t>
        <a:bodyPr/>
        <a:lstStyle/>
        <a:p>
          <a:endParaRPr lang="es-PE"/>
        </a:p>
      </dgm:t>
    </dgm:pt>
    <dgm:pt modelId="{DD8F5ECF-0E10-463F-B0F2-D3CF1196D574}" type="sibTrans" cxnId="{2FAC456B-C6A5-40F3-81E2-0E7FB2C38339}">
      <dgm:prSet/>
      <dgm:spPr/>
      <dgm:t>
        <a:bodyPr/>
        <a:lstStyle/>
        <a:p>
          <a:endParaRPr lang="es-PE"/>
        </a:p>
      </dgm:t>
    </dgm:pt>
    <dgm:pt modelId="{24706E00-AB8C-4500-A9ED-58DADC553A43}">
      <dgm:prSet phldrT="[Texto]" phldr="0" custT="1"/>
      <dgm:spPr/>
      <dgm:t>
        <a:bodyPr/>
        <a:lstStyle/>
        <a:p>
          <a:r>
            <a:rPr lang="es-ES" sz="900" dirty="0"/>
            <a:t>Analizar</a:t>
          </a:r>
        </a:p>
        <a:p>
          <a:r>
            <a:rPr lang="es-PE" sz="900" dirty="0"/>
            <a:t>Usar</a:t>
          </a:r>
        </a:p>
      </dgm:t>
    </dgm:pt>
    <dgm:pt modelId="{78C463B5-4D0F-491F-B2B2-D22A224397CA}" type="parTrans" cxnId="{FAFD3BB7-FB61-4639-8C29-E537DBB55E70}">
      <dgm:prSet/>
      <dgm:spPr/>
      <dgm:t>
        <a:bodyPr/>
        <a:lstStyle/>
        <a:p>
          <a:endParaRPr lang="es-PE"/>
        </a:p>
      </dgm:t>
    </dgm:pt>
    <dgm:pt modelId="{7F065387-0477-46B8-BAE9-CC949B9724A8}" type="sibTrans" cxnId="{FAFD3BB7-FB61-4639-8C29-E537DBB55E70}">
      <dgm:prSet/>
      <dgm:spPr/>
      <dgm:t>
        <a:bodyPr/>
        <a:lstStyle/>
        <a:p>
          <a:endParaRPr lang="es-PE"/>
        </a:p>
      </dgm:t>
    </dgm:pt>
    <dgm:pt modelId="{6E292A08-FB6C-49F8-897F-17387061F16B}">
      <dgm:prSet phldrT="[Texto]" phldr="0" custT="1"/>
      <dgm:spPr/>
      <dgm:t>
        <a:bodyPr/>
        <a:lstStyle/>
        <a:p>
          <a:r>
            <a:rPr lang="es-ES" sz="900" dirty="0"/>
            <a:t>Almacenar</a:t>
          </a:r>
        </a:p>
        <a:p>
          <a:r>
            <a:rPr lang="es-PE" sz="900" dirty="0"/>
            <a:t>Archivar</a:t>
          </a:r>
        </a:p>
        <a:p>
          <a:r>
            <a:rPr lang="es-PE" sz="900" dirty="0"/>
            <a:t>Eliminar</a:t>
          </a:r>
        </a:p>
      </dgm:t>
    </dgm:pt>
    <dgm:pt modelId="{CE4D0823-0977-4DD5-870D-6210F908A9AD}" type="parTrans" cxnId="{2764B9C7-E3F7-4110-8AE4-77E9D9136F67}">
      <dgm:prSet/>
      <dgm:spPr/>
      <dgm:t>
        <a:bodyPr/>
        <a:lstStyle/>
        <a:p>
          <a:endParaRPr lang="es-PE"/>
        </a:p>
      </dgm:t>
    </dgm:pt>
    <dgm:pt modelId="{119D9C90-6F0B-40A5-9183-207EB8FDB078}" type="sibTrans" cxnId="{2764B9C7-E3F7-4110-8AE4-77E9D9136F67}">
      <dgm:prSet/>
      <dgm:spPr/>
      <dgm:t>
        <a:bodyPr/>
        <a:lstStyle/>
        <a:p>
          <a:endParaRPr lang="es-PE"/>
        </a:p>
      </dgm:t>
    </dgm:pt>
    <dgm:pt modelId="{D35CF48E-0152-461C-AF0B-721F0EA6A572}">
      <dgm:prSet phldrT="[Texto]" phldr="0" custT="1"/>
      <dgm:spPr/>
      <dgm:t>
        <a:bodyPr/>
        <a:lstStyle/>
        <a:p>
          <a:r>
            <a:rPr lang="es-ES" sz="900" dirty="0"/>
            <a:t>Validar</a:t>
          </a:r>
        </a:p>
        <a:p>
          <a:r>
            <a:rPr lang="es-PE" sz="900" dirty="0"/>
            <a:t>Compartir</a:t>
          </a:r>
        </a:p>
        <a:p>
          <a:r>
            <a:rPr lang="es-PE" sz="900" dirty="0"/>
            <a:t>Entregar</a:t>
          </a:r>
        </a:p>
      </dgm:t>
    </dgm:pt>
    <dgm:pt modelId="{B2E03473-CE39-4774-ABF9-E9C03D8B51DB}" type="parTrans" cxnId="{B46E4420-2BA9-45DA-92EF-3DF021E09A71}">
      <dgm:prSet/>
      <dgm:spPr/>
      <dgm:t>
        <a:bodyPr/>
        <a:lstStyle/>
        <a:p>
          <a:endParaRPr lang="es-PE"/>
        </a:p>
      </dgm:t>
    </dgm:pt>
    <dgm:pt modelId="{EA50C78E-3F2B-45A9-AF6B-799D957CC08B}" type="sibTrans" cxnId="{B46E4420-2BA9-45DA-92EF-3DF021E09A71}">
      <dgm:prSet/>
      <dgm:spPr/>
      <dgm:t>
        <a:bodyPr/>
        <a:lstStyle/>
        <a:p>
          <a:endParaRPr lang="es-PE"/>
        </a:p>
      </dgm:t>
    </dgm:pt>
    <dgm:pt modelId="{42DB7F9B-7EC9-4E7F-9204-C7C2F2BE10C9}" type="pres">
      <dgm:prSet presAssocID="{196CEF9D-FA64-4C4A-A8A4-AFAFEAEBAEA7}" presName="Name0" presStyleCnt="0">
        <dgm:presLayoutVars>
          <dgm:dir/>
          <dgm:animLvl val="lvl"/>
          <dgm:resizeHandles val="exact"/>
        </dgm:presLayoutVars>
      </dgm:prSet>
      <dgm:spPr/>
    </dgm:pt>
    <dgm:pt modelId="{C083F150-E559-4D65-A79C-9BA13AB7741C}" type="pres">
      <dgm:prSet presAssocID="{B298CB62-43D2-4C29-8A30-859C3DC1019F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5385CC57-E7F3-48C9-BA56-9E13B65EE016}" type="pres">
      <dgm:prSet presAssocID="{269D12D4-A3B9-4158-91CA-83DD1015B77E}" presName="parTxOnlySpace" presStyleCnt="0"/>
      <dgm:spPr/>
    </dgm:pt>
    <dgm:pt modelId="{681F424A-F4C1-4A9E-8781-5C0E2DF13542}" type="pres">
      <dgm:prSet presAssocID="{CBBF1FCD-2AA2-4C2F-A17C-D565494E1E82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E2B1B873-0CF9-4F53-817B-D559F2840919}" type="pres">
      <dgm:prSet presAssocID="{F628070C-2894-48B7-AFD3-710C7350009C}" presName="parTxOnlySpace" presStyleCnt="0"/>
      <dgm:spPr/>
    </dgm:pt>
    <dgm:pt modelId="{83DF1333-6A78-485C-A9E1-953A24E6F6DA}" type="pres">
      <dgm:prSet presAssocID="{CB220D77-F89E-437E-AE81-583D43C43591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2E50E8F0-C7C5-45CF-AF1B-E1BB191BBB7C}" type="pres">
      <dgm:prSet presAssocID="{5BD9D47C-3D46-4F49-9F3F-7C84361B5197}" presName="parTxOnlySpace" presStyleCnt="0"/>
      <dgm:spPr/>
    </dgm:pt>
    <dgm:pt modelId="{4FE1025E-586B-42DF-8F79-012726F6F12C}" type="pres">
      <dgm:prSet presAssocID="{A8245AF8-FF4E-44DC-BD2A-F7381DD05253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CB9145CE-6B5A-4027-8976-009EB242E4CD}" type="pres">
      <dgm:prSet presAssocID="{C1556868-B883-4CE0-B6CD-3DF38DE65449}" presName="parTxOnlySpace" presStyleCnt="0"/>
      <dgm:spPr/>
    </dgm:pt>
    <dgm:pt modelId="{1482404C-42F1-4F0B-A067-92B5A95074F5}" type="pres">
      <dgm:prSet presAssocID="{DB8307EB-EB33-44A3-9C8B-92B3DD83BB67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A9EB445A-B08E-4FFE-B99A-91A3058E0C3D}" type="pres">
      <dgm:prSet presAssocID="{DD8F5ECF-0E10-463F-B0F2-D3CF1196D574}" presName="parTxOnlySpace" presStyleCnt="0"/>
      <dgm:spPr/>
    </dgm:pt>
    <dgm:pt modelId="{1761151C-6525-44A6-BEE8-E70735A74FBF}" type="pres">
      <dgm:prSet presAssocID="{D35CF48E-0152-461C-AF0B-721F0EA6A572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AE91C183-79C6-4050-A5C6-16D9FA346F0A}" type="pres">
      <dgm:prSet presAssocID="{EA50C78E-3F2B-45A9-AF6B-799D957CC08B}" presName="parTxOnlySpace" presStyleCnt="0"/>
      <dgm:spPr/>
    </dgm:pt>
    <dgm:pt modelId="{F28EAC6C-4C57-4A99-AF6C-6245744704B1}" type="pres">
      <dgm:prSet presAssocID="{24706E00-AB8C-4500-A9ED-58DADC553A43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8255AC31-D866-4721-96DD-B02012C14DD3}" type="pres">
      <dgm:prSet presAssocID="{7F065387-0477-46B8-BAE9-CC949B9724A8}" presName="parTxOnlySpace" presStyleCnt="0"/>
      <dgm:spPr/>
    </dgm:pt>
    <dgm:pt modelId="{0303BA62-792B-4DAA-93D1-03961A20910D}" type="pres">
      <dgm:prSet presAssocID="{6E292A08-FB6C-49F8-897F-17387061F16B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B46E4420-2BA9-45DA-92EF-3DF021E09A71}" srcId="{196CEF9D-FA64-4C4A-A8A4-AFAFEAEBAEA7}" destId="{D35CF48E-0152-461C-AF0B-721F0EA6A572}" srcOrd="5" destOrd="0" parTransId="{B2E03473-CE39-4774-ABF9-E9C03D8B51DB}" sibTransId="{EA50C78E-3F2B-45A9-AF6B-799D957CC08B}"/>
    <dgm:cxn modelId="{E19F383F-D38D-459D-A217-F8190190B604}" type="presOf" srcId="{CBBF1FCD-2AA2-4C2F-A17C-D565494E1E82}" destId="{681F424A-F4C1-4A9E-8781-5C0E2DF13542}" srcOrd="0" destOrd="0" presId="urn:microsoft.com/office/officeart/2005/8/layout/chevron1"/>
    <dgm:cxn modelId="{2FAC456B-C6A5-40F3-81E2-0E7FB2C38339}" srcId="{196CEF9D-FA64-4C4A-A8A4-AFAFEAEBAEA7}" destId="{DB8307EB-EB33-44A3-9C8B-92B3DD83BB67}" srcOrd="4" destOrd="0" parTransId="{7D8C2CBB-325E-46C3-85FA-A1BB902AF6F7}" sibTransId="{DD8F5ECF-0E10-463F-B0F2-D3CF1196D574}"/>
    <dgm:cxn modelId="{BC675876-303E-4B33-91E8-68699BE990D6}" type="presOf" srcId="{6E292A08-FB6C-49F8-897F-17387061F16B}" destId="{0303BA62-792B-4DAA-93D1-03961A20910D}" srcOrd="0" destOrd="0" presId="urn:microsoft.com/office/officeart/2005/8/layout/chevron1"/>
    <dgm:cxn modelId="{F341257B-9ED1-4919-8A78-DBE54452C16F}" type="presOf" srcId="{D35CF48E-0152-461C-AF0B-721F0EA6A572}" destId="{1761151C-6525-44A6-BEE8-E70735A74FBF}" srcOrd="0" destOrd="0" presId="urn:microsoft.com/office/officeart/2005/8/layout/chevron1"/>
    <dgm:cxn modelId="{119F058A-FF15-4FFA-B529-555C4982DE44}" type="presOf" srcId="{24706E00-AB8C-4500-A9ED-58DADC553A43}" destId="{F28EAC6C-4C57-4A99-AF6C-6245744704B1}" srcOrd="0" destOrd="0" presId="urn:microsoft.com/office/officeart/2005/8/layout/chevron1"/>
    <dgm:cxn modelId="{34D3588E-4EE0-4B0A-87FF-F6F4834C5457}" type="presOf" srcId="{A8245AF8-FF4E-44DC-BD2A-F7381DD05253}" destId="{4FE1025E-586B-42DF-8F79-012726F6F12C}" srcOrd="0" destOrd="0" presId="urn:microsoft.com/office/officeart/2005/8/layout/chevron1"/>
    <dgm:cxn modelId="{EA0E8296-0156-4B59-A902-2A0662FBA900}" type="presOf" srcId="{B298CB62-43D2-4C29-8A30-859C3DC1019F}" destId="{C083F150-E559-4D65-A79C-9BA13AB7741C}" srcOrd="0" destOrd="0" presId="urn:microsoft.com/office/officeart/2005/8/layout/chevron1"/>
    <dgm:cxn modelId="{310FB5A7-6211-4E61-BA62-B27C587848A4}" srcId="{196CEF9D-FA64-4C4A-A8A4-AFAFEAEBAEA7}" destId="{A8245AF8-FF4E-44DC-BD2A-F7381DD05253}" srcOrd="3" destOrd="0" parTransId="{3949EB70-5EEC-45A6-B99E-5170D98A4495}" sibTransId="{C1556868-B883-4CE0-B6CD-3DF38DE65449}"/>
    <dgm:cxn modelId="{3FD4CFB6-2CF4-49AC-AAC8-369C2FE7427C}" type="presOf" srcId="{196CEF9D-FA64-4C4A-A8A4-AFAFEAEBAEA7}" destId="{42DB7F9B-7EC9-4E7F-9204-C7C2F2BE10C9}" srcOrd="0" destOrd="0" presId="urn:microsoft.com/office/officeart/2005/8/layout/chevron1"/>
    <dgm:cxn modelId="{FAFD3BB7-FB61-4639-8C29-E537DBB55E70}" srcId="{196CEF9D-FA64-4C4A-A8A4-AFAFEAEBAEA7}" destId="{24706E00-AB8C-4500-A9ED-58DADC553A43}" srcOrd="6" destOrd="0" parTransId="{78C463B5-4D0F-491F-B2B2-D22A224397CA}" sibTransId="{7F065387-0477-46B8-BAE9-CC949B9724A8}"/>
    <dgm:cxn modelId="{2764B9C7-E3F7-4110-8AE4-77E9D9136F67}" srcId="{196CEF9D-FA64-4C4A-A8A4-AFAFEAEBAEA7}" destId="{6E292A08-FB6C-49F8-897F-17387061F16B}" srcOrd="7" destOrd="0" parTransId="{CE4D0823-0977-4DD5-870D-6210F908A9AD}" sibTransId="{119D9C90-6F0B-40A5-9183-207EB8FDB078}"/>
    <dgm:cxn modelId="{F25337CD-4086-4EDD-99CB-3FB61ABB6020}" srcId="{196CEF9D-FA64-4C4A-A8A4-AFAFEAEBAEA7}" destId="{CBBF1FCD-2AA2-4C2F-A17C-D565494E1E82}" srcOrd="1" destOrd="0" parTransId="{BF4EFBC5-70AF-428C-AEC3-8FBE39E5B392}" sibTransId="{F628070C-2894-48B7-AFD3-710C7350009C}"/>
    <dgm:cxn modelId="{1E9E1DD6-961B-4BC8-997A-B9292F6EAA79}" srcId="{196CEF9D-FA64-4C4A-A8A4-AFAFEAEBAEA7}" destId="{CB220D77-F89E-437E-AE81-583D43C43591}" srcOrd="2" destOrd="0" parTransId="{1A6A9497-5FC3-442C-A672-E01E833EC14E}" sibTransId="{5BD9D47C-3D46-4F49-9F3F-7C84361B5197}"/>
    <dgm:cxn modelId="{15055DDC-F7C2-4069-88B1-4369E8D266E7}" type="presOf" srcId="{DB8307EB-EB33-44A3-9C8B-92B3DD83BB67}" destId="{1482404C-42F1-4F0B-A067-92B5A95074F5}" srcOrd="0" destOrd="0" presId="urn:microsoft.com/office/officeart/2005/8/layout/chevron1"/>
    <dgm:cxn modelId="{F942D1FB-90A8-4452-BCC9-586093DF0E63}" type="presOf" srcId="{CB220D77-F89E-437E-AE81-583D43C43591}" destId="{83DF1333-6A78-485C-A9E1-953A24E6F6DA}" srcOrd="0" destOrd="0" presId="urn:microsoft.com/office/officeart/2005/8/layout/chevron1"/>
    <dgm:cxn modelId="{0BAE90FC-FAF0-46D1-ADB1-87EAB8753897}" srcId="{196CEF9D-FA64-4C4A-A8A4-AFAFEAEBAEA7}" destId="{B298CB62-43D2-4C29-8A30-859C3DC1019F}" srcOrd="0" destOrd="0" parTransId="{D8ABC785-6EB8-4B19-BC55-3D7857522D3F}" sibTransId="{269D12D4-A3B9-4158-91CA-83DD1015B77E}"/>
    <dgm:cxn modelId="{DE8733C4-5A65-4BBD-84DA-CAB8A705BF9A}" type="presParOf" srcId="{42DB7F9B-7EC9-4E7F-9204-C7C2F2BE10C9}" destId="{C083F150-E559-4D65-A79C-9BA13AB7741C}" srcOrd="0" destOrd="0" presId="urn:microsoft.com/office/officeart/2005/8/layout/chevron1"/>
    <dgm:cxn modelId="{A06599BD-4EFB-4D90-B1D0-262692095783}" type="presParOf" srcId="{42DB7F9B-7EC9-4E7F-9204-C7C2F2BE10C9}" destId="{5385CC57-E7F3-48C9-BA56-9E13B65EE016}" srcOrd="1" destOrd="0" presId="urn:microsoft.com/office/officeart/2005/8/layout/chevron1"/>
    <dgm:cxn modelId="{074B6E30-292E-41D4-963F-6CA76E0D1395}" type="presParOf" srcId="{42DB7F9B-7EC9-4E7F-9204-C7C2F2BE10C9}" destId="{681F424A-F4C1-4A9E-8781-5C0E2DF13542}" srcOrd="2" destOrd="0" presId="urn:microsoft.com/office/officeart/2005/8/layout/chevron1"/>
    <dgm:cxn modelId="{45F08305-CD3E-4BD8-B99C-7AA77BEEF9F5}" type="presParOf" srcId="{42DB7F9B-7EC9-4E7F-9204-C7C2F2BE10C9}" destId="{E2B1B873-0CF9-4F53-817B-D559F2840919}" srcOrd="3" destOrd="0" presId="urn:microsoft.com/office/officeart/2005/8/layout/chevron1"/>
    <dgm:cxn modelId="{6E4C5F97-1B91-4E3A-A781-09E7F7C6B041}" type="presParOf" srcId="{42DB7F9B-7EC9-4E7F-9204-C7C2F2BE10C9}" destId="{83DF1333-6A78-485C-A9E1-953A24E6F6DA}" srcOrd="4" destOrd="0" presId="urn:microsoft.com/office/officeart/2005/8/layout/chevron1"/>
    <dgm:cxn modelId="{023367A0-FFE0-473B-9E7E-C40B45F40E30}" type="presParOf" srcId="{42DB7F9B-7EC9-4E7F-9204-C7C2F2BE10C9}" destId="{2E50E8F0-C7C5-45CF-AF1B-E1BB191BBB7C}" srcOrd="5" destOrd="0" presId="urn:microsoft.com/office/officeart/2005/8/layout/chevron1"/>
    <dgm:cxn modelId="{81BA74DA-8D33-463C-866D-06A758C2860B}" type="presParOf" srcId="{42DB7F9B-7EC9-4E7F-9204-C7C2F2BE10C9}" destId="{4FE1025E-586B-42DF-8F79-012726F6F12C}" srcOrd="6" destOrd="0" presId="urn:microsoft.com/office/officeart/2005/8/layout/chevron1"/>
    <dgm:cxn modelId="{9C8547A4-A605-4523-A81E-5EE2AB301226}" type="presParOf" srcId="{42DB7F9B-7EC9-4E7F-9204-C7C2F2BE10C9}" destId="{CB9145CE-6B5A-4027-8976-009EB242E4CD}" srcOrd="7" destOrd="0" presId="urn:microsoft.com/office/officeart/2005/8/layout/chevron1"/>
    <dgm:cxn modelId="{048316DE-7C0D-4617-92E7-AA179077FE06}" type="presParOf" srcId="{42DB7F9B-7EC9-4E7F-9204-C7C2F2BE10C9}" destId="{1482404C-42F1-4F0B-A067-92B5A95074F5}" srcOrd="8" destOrd="0" presId="urn:microsoft.com/office/officeart/2005/8/layout/chevron1"/>
    <dgm:cxn modelId="{31A47DD2-C43A-4E2A-B92B-BDAD6C2F0CD3}" type="presParOf" srcId="{42DB7F9B-7EC9-4E7F-9204-C7C2F2BE10C9}" destId="{A9EB445A-B08E-4FFE-B99A-91A3058E0C3D}" srcOrd="9" destOrd="0" presId="urn:microsoft.com/office/officeart/2005/8/layout/chevron1"/>
    <dgm:cxn modelId="{5C1D8B9C-16D5-4753-B180-4F673E32B7F6}" type="presParOf" srcId="{42DB7F9B-7EC9-4E7F-9204-C7C2F2BE10C9}" destId="{1761151C-6525-44A6-BEE8-E70735A74FBF}" srcOrd="10" destOrd="0" presId="urn:microsoft.com/office/officeart/2005/8/layout/chevron1"/>
    <dgm:cxn modelId="{F970C1CB-75A2-44C1-B30E-E1CAAD0543D2}" type="presParOf" srcId="{42DB7F9B-7EC9-4E7F-9204-C7C2F2BE10C9}" destId="{AE91C183-79C6-4050-A5C6-16D9FA346F0A}" srcOrd="11" destOrd="0" presId="urn:microsoft.com/office/officeart/2005/8/layout/chevron1"/>
    <dgm:cxn modelId="{6FCBA999-7BB3-4B2D-AE9E-48A2C20A6962}" type="presParOf" srcId="{42DB7F9B-7EC9-4E7F-9204-C7C2F2BE10C9}" destId="{F28EAC6C-4C57-4A99-AF6C-6245744704B1}" srcOrd="12" destOrd="0" presId="urn:microsoft.com/office/officeart/2005/8/layout/chevron1"/>
    <dgm:cxn modelId="{987DBA9A-0832-4E96-83D7-D6434FD76379}" type="presParOf" srcId="{42DB7F9B-7EC9-4E7F-9204-C7C2F2BE10C9}" destId="{8255AC31-D866-4721-96DD-B02012C14DD3}" srcOrd="13" destOrd="0" presId="urn:microsoft.com/office/officeart/2005/8/layout/chevron1"/>
    <dgm:cxn modelId="{6D4F6538-AD2F-429D-8293-C6637062D967}" type="presParOf" srcId="{42DB7F9B-7EC9-4E7F-9204-C7C2F2BE10C9}" destId="{0303BA62-792B-4DAA-93D1-03961A20910D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96CEF9D-FA64-4C4A-A8A4-AFAFEAEBAEA7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B298CB62-43D2-4C29-8A30-859C3DC1019F}">
      <dgm:prSet phldrT="[Texto]" phldr="0" custT="1"/>
      <dgm:spPr/>
      <dgm:t>
        <a:bodyPr/>
        <a:lstStyle/>
        <a:p>
          <a:r>
            <a:rPr lang="es-ES" sz="900" b="0" dirty="0"/>
            <a:t>Recopilar requerimientos</a:t>
          </a:r>
          <a:endParaRPr lang="es-PE" sz="900" b="0" dirty="0"/>
        </a:p>
      </dgm:t>
    </dgm:pt>
    <dgm:pt modelId="{D8ABC785-6EB8-4B19-BC55-3D7857522D3F}" type="parTrans" cxnId="{0BAE90FC-FAF0-46D1-ADB1-87EAB8753897}">
      <dgm:prSet/>
      <dgm:spPr/>
      <dgm:t>
        <a:bodyPr/>
        <a:lstStyle/>
        <a:p>
          <a:endParaRPr lang="es-PE"/>
        </a:p>
      </dgm:t>
    </dgm:pt>
    <dgm:pt modelId="{269D12D4-A3B9-4158-91CA-83DD1015B77E}" type="sibTrans" cxnId="{0BAE90FC-FAF0-46D1-ADB1-87EAB8753897}">
      <dgm:prSet/>
      <dgm:spPr/>
      <dgm:t>
        <a:bodyPr/>
        <a:lstStyle/>
        <a:p>
          <a:endParaRPr lang="es-PE"/>
        </a:p>
      </dgm:t>
    </dgm:pt>
    <dgm:pt modelId="{CBBF1FCD-2AA2-4C2F-A17C-D565494E1E82}">
      <dgm:prSet phldrT="[Texto]" phldr="0" custT="1"/>
      <dgm:spPr/>
      <dgm:t>
        <a:bodyPr/>
        <a:lstStyle/>
        <a:p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gm:t>
    </dgm:pt>
    <dgm:pt modelId="{BF4EFBC5-70AF-428C-AEC3-8FBE39E5B392}" type="parTrans" cxnId="{F25337CD-4086-4EDD-99CB-3FB61ABB6020}">
      <dgm:prSet/>
      <dgm:spPr/>
      <dgm:t>
        <a:bodyPr/>
        <a:lstStyle/>
        <a:p>
          <a:endParaRPr lang="es-PE"/>
        </a:p>
      </dgm:t>
    </dgm:pt>
    <dgm:pt modelId="{F628070C-2894-48B7-AFD3-710C7350009C}" type="sibTrans" cxnId="{F25337CD-4086-4EDD-99CB-3FB61ABB6020}">
      <dgm:prSet/>
      <dgm:spPr/>
      <dgm:t>
        <a:bodyPr/>
        <a:lstStyle/>
        <a:p>
          <a:endParaRPr lang="es-PE"/>
        </a:p>
      </dgm:t>
    </dgm:pt>
    <dgm:pt modelId="{CB220D77-F89E-437E-AE81-583D43C43591}">
      <dgm:prSet phldrT="[Texto]" phldr="0" custT="1"/>
      <dgm:spPr/>
      <dgm:t>
        <a:bodyPr/>
        <a:lstStyle/>
        <a:p>
          <a:r>
            <a:rPr lang="es-ES" sz="900" b="0" dirty="0"/>
            <a:t>Crear</a:t>
          </a:r>
          <a:endParaRPr lang="es-PE" sz="900" b="0" dirty="0"/>
        </a:p>
      </dgm:t>
    </dgm:pt>
    <dgm:pt modelId="{1A6A9497-5FC3-442C-A672-E01E833EC14E}" type="parTrans" cxnId="{1E9E1DD6-961B-4BC8-997A-B9292F6EAA79}">
      <dgm:prSet/>
      <dgm:spPr/>
      <dgm:t>
        <a:bodyPr/>
        <a:lstStyle/>
        <a:p>
          <a:endParaRPr lang="es-PE"/>
        </a:p>
      </dgm:t>
    </dgm:pt>
    <dgm:pt modelId="{5BD9D47C-3D46-4F49-9F3F-7C84361B5197}" type="sibTrans" cxnId="{1E9E1DD6-961B-4BC8-997A-B9292F6EAA79}">
      <dgm:prSet/>
      <dgm:spPr/>
      <dgm:t>
        <a:bodyPr/>
        <a:lstStyle/>
        <a:p>
          <a:endParaRPr lang="es-PE"/>
        </a:p>
      </dgm:t>
    </dgm:pt>
    <dgm:pt modelId="{A8245AF8-FF4E-44DC-BD2A-F7381DD05253}">
      <dgm:prSet phldrT="[Texto]" phldr="0" custT="1"/>
      <dgm:spPr/>
      <dgm:t>
        <a:bodyPr/>
        <a:lstStyle/>
        <a:p>
          <a:r>
            <a:rPr lang="es-ES" sz="900" b="1" dirty="0">
              <a:highlight>
                <a:srgbClr val="FFFF00"/>
              </a:highlight>
            </a:rPr>
            <a:t>Mapear</a:t>
          </a:r>
        </a:p>
        <a:p>
          <a:r>
            <a:rPr lang="es-PE" sz="900" b="1" dirty="0">
              <a:highlight>
                <a:srgbClr val="FFFF00"/>
              </a:highlight>
            </a:rPr>
            <a:t>Validar</a:t>
          </a:r>
        </a:p>
        <a:p>
          <a:r>
            <a:rPr lang="es-PE" sz="900" b="1" dirty="0">
              <a:highlight>
                <a:srgbClr val="FFFF00"/>
              </a:highlight>
            </a:rPr>
            <a:t>Preparar</a:t>
          </a:r>
        </a:p>
      </dgm:t>
    </dgm:pt>
    <dgm:pt modelId="{3949EB70-5EEC-45A6-B99E-5170D98A4495}" type="parTrans" cxnId="{310FB5A7-6211-4E61-BA62-B27C587848A4}">
      <dgm:prSet/>
      <dgm:spPr/>
      <dgm:t>
        <a:bodyPr/>
        <a:lstStyle/>
        <a:p>
          <a:endParaRPr lang="es-PE"/>
        </a:p>
      </dgm:t>
    </dgm:pt>
    <dgm:pt modelId="{C1556868-B883-4CE0-B6CD-3DF38DE65449}" type="sibTrans" cxnId="{310FB5A7-6211-4E61-BA62-B27C587848A4}">
      <dgm:prSet/>
      <dgm:spPr/>
      <dgm:t>
        <a:bodyPr/>
        <a:lstStyle/>
        <a:p>
          <a:endParaRPr lang="es-PE"/>
        </a:p>
      </dgm:t>
    </dgm:pt>
    <dgm:pt modelId="{DB8307EB-EB33-44A3-9C8B-92B3DD83BB67}">
      <dgm:prSet phldrT="[Texto]" phldr="0" custT="1"/>
      <dgm:spPr/>
      <dgm:t>
        <a:bodyPr/>
        <a:lstStyle/>
        <a:p>
          <a:r>
            <a:rPr lang="es-ES" sz="900" dirty="0"/>
            <a:t>Mover</a:t>
          </a:r>
        </a:p>
        <a:p>
          <a:r>
            <a:rPr lang="es-PE" sz="900" dirty="0"/>
            <a:t>Transformar</a:t>
          </a:r>
        </a:p>
        <a:p>
          <a:r>
            <a:rPr lang="es-PE" sz="900" dirty="0"/>
            <a:t>Integrar</a:t>
          </a:r>
        </a:p>
        <a:p>
          <a:r>
            <a:rPr lang="es-PE" sz="900" dirty="0"/>
            <a:t>Agregar</a:t>
          </a:r>
        </a:p>
      </dgm:t>
    </dgm:pt>
    <dgm:pt modelId="{7D8C2CBB-325E-46C3-85FA-A1BB902AF6F7}" type="parTrans" cxnId="{2FAC456B-C6A5-40F3-81E2-0E7FB2C38339}">
      <dgm:prSet/>
      <dgm:spPr/>
      <dgm:t>
        <a:bodyPr/>
        <a:lstStyle/>
        <a:p>
          <a:endParaRPr lang="es-PE"/>
        </a:p>
      </dgm:t>
    </dgm:pt>
    <dgm:pt modelId="{DD8F5ECF-0E10-463F-B0F2-D3CF1196D574}" type="sibTrans" cxnId="{2FAC456B-C6A5-40F3-81E2-0E7FB2C38339}">
      <dgm:prSet/>
      <dgm:spPr/>
      <dgm:t>
        <a:bodyPr/>
        <a:lstStyle/>
        <a:p>
          <a:endParaRPr lang="es-PE"/>
        </a:p>
      </dgm:t>
    </dgm:pt>
    <dgm:pt modelId="{24706E00-AB8C-4500-A9ED-58DADC553A43}">
      <dgm:prSet phldrT="[Texto]" phldr="0" custT="1"/>
      <dgm:spPr/>
      <dgm:t>
        <a:bodyPr/>
        <a:lstStyle/>
        <a:p>
          <a:r>
            <a:rPr lang="es-ES" sz="900" dirty="0"/>
            <a:t>Analizar</a:t>
          </a:r>
        </a:p>
        <a:p>
          <a:r>
            <a:rPr lang="es-PE" sz="900" dirty="0"/>
            <a:t>Usar</a:t>
          </a:r>
        </a:p>
      </dgm:t>
    </dgm:pt>
    <dgm:pt modelId="{78C463B5-4D0F-491F-B2B2-D22A224397CA}" type="parTrans" cxnId="{FAFD3BB7-FB61-4639-8C29-E537DBB55E70}">
      <dgm:prSet/>
      <dgm:spPr/>
      <dgm:t>
        <a:bodyPr/>
        <a:lstStyle/>
        <a:p>
          <a:endParaRPr lang="es-PE"/>
        </a:p>
      </dgm:t>
    </dgm:pt>
    <dgm:pt modelId="{7F065387-0477-46B8-BAE9-CC949B9724A8}" type="sibTrans" cxnId="{FAFD3BB7-FB61-4639-8C29-E537DBB55E70}">
      <dgm:prSet/>
      <dgm:spPr/>
      <dgm:t>
        <a:bodyPr/>
        <a:lstStyle/>
        <a:p>
          <a:endParaRPr lang="es-PE"/>
        </a:p>
      </dgm:t>
    </dgm:pt>
    <dgm:pt modelId="{6E292A08-FB6C-49F8-897F-17387061F16B}">
      <dgm:prSet phldrT="[Texto]" phldr="0" custT="1"/>
      <dgm:spPr/>
      <dgm:t>
        <a:bodyPr/>
        <a:lstStyle/>
        <a:p>
          <a:r>
            <a:rPr lang="es-ES" sz="900" dirty="0"/>
            <a:t>Almacenar</a:t>
          </a:r>
        </a:p>
        <a:p>
          <a:r>
            <a:rPr lang="es-PE" sz="900" dirty="0"/>
            <a:t>Archivar</a:t>
          </a:r>
        </a:p>
        <a:p>
          <a:r>
            <a:rPr lang="es-PE" sz="900" dirty="0"/>
            <a:t>Eliminar</a:t>
          </a:r>
        </a:p>
      </dgm:t>
    </dgm:pt>
    <dgm:pt modelId="{CE4D0823-0977-4DD5-870D-6210F908A9AD}" type="parTrans" cxnId="{2764B9C7-E3F7-4110-8AE4-77E9D9136F67}">
      <dgm:prSet/>
      <dgm:spPr/>
      <dgm:t>
        <a:bodyPr/>
        <a:lstStyle/>
        <a:p>
          <a:endParaRPr lang="es-PE"/>
        </a:p>
      </dgm:t>
    </dgm:pt>
    <dgm:pt modelId="{119D9C90-6F0B-40A5-9183-207EB8FDB078}" type="sibTrans" cxnId="{2764B9C7-E3F7-4110-8AE4-77E9D9136F67}">
      <dgm:prSet/>
      <dgm:spPr/>
      <dgm:t>
        <a:bodyPr/>
        <a:lstStyle/>
        <a:p>
          <a:endParaRPr lang="es-PE"/>
        </a:p>
      </dgm:t>
    </dgm:pt>
    <dgm:pt modelId="{D35CF48E-0152-461C-AF0B-721F0EA6A572}">
      <dgm:prSet phldrT="[Texto]" phldr="0" custT="1"/>
      <dgm:spPr/>
      <dgm:t>
        <a:bodyPr/>
        <a:lstStyle/>
        <a:p>
          <a:r>
            <a:rPr lang="es-ES" sz="900" dirty="0"/>
            <a:t>Validar</a:t>
          </a:r>
        </a:p>
        <a:p>
          <a:r>
            <a:rPr lang="es-PE" sz="900" dirty="0"/>
            <a:t>Compartir</a:t>
          </a:r>
        </a:p>
        <a:p>
          <a:r>
            <a:rPr lang="es-PE" sz="900" dirty="0"/>
            <a:t>Entregar</a:t>
          </a:r>
        </a:p>
      </dgm:t>
    </dgm:pt>
    <dgm:pt modelId="{B2E03473-CE39-4774-ABF9-E9C03D8B51DB}" type="parTrans" cxnId="{B46E4420-2BA9-45DA-92EF-3DF021E09A71}">
      <dgm:prSet/>
      <dgm:spPr/>
      <dgm:t>
        <a:bodyPr/>
        <a:lstStyle/>
        <a:p>
          <a:endParaRPr lang="es-PE"/>
        </a:p>
      </dgm:t>
    </dgm:pt>
    <dgm:pt modelId="{EA50C78E-3F2B-45A9-AF6B-799D957CC08B}" type="sibTrans" cxnId="{B46E4420-2BA9-45DA-92EF-3DF021E09A71}">
      <dgm:prSet/>
      <dgm:spPr/>
      <dgm:t>
        <a:bodyPr/>
        <a:lstStyle/>
        <a:p>
          <a:endParaRPr lang="es-PE"/>
        </a:p>
      </dgm:t>
    </dgm:pt>
    <dgm:pt modelId="{42DB7F9B-7EC9-4E7F-9204-C7C2F2BE10C9}" type="pres">
      <dgm:prSet presAssocID="{196CEF9D-FA64-4C4A-A8A4-AFAFEAEBAEA7}" presName="Name0" presStyleCnt="0">
        <dgm:presLayoutVars>
          <dgm:dir/>
          <dgm:animLvl val="lvl"/>
          <dgm:resizeHandles val="exact"/>
        </dgm:presLayoutVars>
      </dgm:prSet>
      <dgm:spPr/>
    </dgm:pt>
    <dgm:pt modelId="{C083F150-E559-4D65-A79C-9BA13AB7741C}" type="pres">
      <dgm:prSet presAssocID="{B298CB62-43D2-4C29-8A30-859C3DC1019F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5385CC57-E7F3-48C9-BA56-9E13B65EE016}" type="pres">
      <dgm:prSet presAssocID="{269D12D4-A3B9-4158-91CA-83DD1015B77E}" presName="parTxOnlySpace" presStyleCnt="0"/>
      <dgm:spPr/>
    </dgm:pt>
    <dgm:pt modelId="{681F424A-F4C1-4A9E-8781-5C0E2DF13542}" type="pres">
      <dgm:prSet presAssocID="{CBBF1FCD-2AA2-4C2F-A17C-D565494E1E82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E2B1B873-0CF9-4F53-817B-D559F2840919}" type="pres">
      <dgm:prSet presAssocID="{F628070C-2894-48B7-AFD3-710C7350009C}" presName="parTxOnlySpace" presStyleCnt="0"/>
      <dgm:spPr/>
    </dgm:pt>
    <dgm:pt modelId="{83DF1333-6A78-485C-A9E1-953A24E6F6DA}" type="pres">
      <dgm:prSet presAssocID="{CB220D77-F89E-437E-AE81-583D43C43591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2E50E8F0-C7C5-45CF-AF1B-E1BB191BBB7C}" type="pres">
      <dgm:prSet presAssocID="{5BD9D47C-3D46-4F49-9F3F-7C84361B5197}" presName="parTxOnlySpace" presStyleCnt="0"/>
      <dgm:spPr/>
    </dgm:pt>
    <dgm:pt modelId="{4FE1025E-586B-42DF-8F79-012726F6F12C}" type="pres">
      <dgm:prSet presAssocID="{A8245AF8-FF4E-44DC-BD2A-F7381DD05253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CB9145CE-6B5A-4027-8976-009EB242E4CD}" type="pres">
      <dgm:prSet presAssocID="{C1556868-B883-4CE0-B6CD-3DF38DE65449}" presName="parTxOnlySpace" presStyleCnt="0"/>
      <dgm:spPr/>
    </dgm:pt>
    <dgm:pt modelId="{1482404C-42F1-4F0B-A067-92B5A95074F5}" type="pres">
      <dgm:prSet presAssocID="{DB8307EB-EB33-44A3-9C8B-92B3DD83BB67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A9EB445A-B08E-4FFE-B99A-91A3058E0C3D}" type="pres">
      <dgm:prSet presAssocID="{DD8F5ECF-0E10-463F-B0F2-D3CF1196D574}" presName="parTxOnlySpace" presStyleCnt="0"/>
      <dgm:spPr/>
    </dgm:pt>
    <dgm:pt modelId="{1761151C-6525-44A6-BEE8-E70735A74FBF}" type="pres">
      <dgm:prSet presAssocID="{D35CF48E-0152-461C-AF0B-721F0EA6A572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AE91C183-79C6-4050-A5C6-16D9FA346F0A}" type="pres">
      <dgm:prSet presAssocID="{EA50C78E-3F2B-45A9-AF6B-799D957CC08B}" presName="parTxOnlySpace" presStyleCnt="0"/>
      <dgm:spPr/>
    </dgm:pt>
    <dgm:pt modelId="{F28EAC6C-4C57-4A99-AF6C-6245744704B1}" type="pres">
      <dgm:prSet presAssocID="{24706E00-AB8C-4500-A9ED-58DADC553A43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8255AC31-D866-4721-96DD-B02012C14DD3}" type="pres">
      <dgm:prSet presAssocID="{7F065387-0477-46B8-BAE9-CC949B9724A8}" presName="parTxOnlySpace" presStyleCnt="0"/>
      <dgm:spPr/>
    </dgm:pt>
    <dgm:pt modelId="{0303BA62-792B-4DAA-93D1-03961A20910D}" type="pres">
      <dgm:prSet presAssocID="{6E292A08-FB6C-49F8-897F-17387061F16B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B46E4420-2BA9-45DA-92EF-3DF021E09A71}" srcId="{196CEF9D-FA64-4C4A-A8A4-AFAFEAEBAEA7}" destId="{D35CF48E-0152-461C-AF0B-721F0EA6A572}" srcOrd="5" destOrd="0" parTransId="{B2E03473-CE39-4774-ABF9-E9C03D8B51DB}" sibTransId="{EA50C78E-3F2B-45A9-AF6B-799D957CC08B}"/>
    <dgm:cxn modelId="{E19F383F-D38D-459D-A217-F8190190B604}" type="presOf" srcId="{CBBF1FCD-2AA2-4C2F-A17C-D565494E1E82}" destId="{681F424A-F4C1-4A9E-8781-5C0E2DF13542}" srcOrd="0" destOrd="0" presId="urn:microsoft.com/office/officeart/2005/8/layout/chevron1"/>
    <dgm:cxn modelId="{2FAC456B-C6A5-40F3-81E2-0E7FB2C38339}" srcId="{196CEF9D-FA64-4C4A-A8A4-AFAFEAEBAEA7}" destId="{DB8307EB-EB33-44A3-9C8B-92B3DD83BB67}" srcOrd="4" destOrd="0" parTransId="{7D8C2CBB-325E-46C3-85FA-A1BB902AF6F7}" sibTransId="{DD8F5ECF-0E10-463F-B0F2-D3CF1196D574}"/>
    <dgm:cxn modelId="{BC675876-303E-4B33-91E8-68699BE990D6}" type="presOf" srcId="{6E292A08-FB6C-49F8-897F-17387061F16B}" destId="{0303BA62-792B-4DAA-93D1-03961A20910D}" srcOrd="0" destOrd="0" presId="urn:microsoft.com/office/officeart/2005/8/layout/chevron1"/>
    <dgm:cxn modelId="{F341257B-9ED1-4919-8A78-DBE54452C16F}" type="presOf" srcId="{D35CF48E-0152-461C-AF0B-721F0EA6A572}" destId="{1761151C-6525-44A6-BEE8-E70735A74FBF}" srcOrd="0" destOrd="0" presId="urn:microsoft.com/office/officeart/2005/8/layout/chevron1"/>
    <dgm:cxn modelId="{119F058A-FF15-4FFA-B529-555C4982DE44}" type="presOf" srcId="{24706E00-AB8C-4500-A9ED-58DADC553A43}" destId="{F28EAC6C-4C57-4A99-AF6C-6245744704B1}" srcOrd="0" destOrd="0" presId="urn:microsoft.com/office/officeart/2005/8/layout/chevron1"/>
    <dgm:cxn modelId="{34D3588E-4EE0-4B0A-87FF-F6F4834C5457}" type="presOf" srcId="{A8245AF8-FF4E-44DC-BD2A-F7381DD05253}" destId="{4FE1025E-586B-42DF-8F79-012726F6F12C}" srcOrd="0" destOrd="0" presId="urn:microsoft.com/office/officeart/2005/8/layout/chevron1"/>
    <dgm:cxn modelId="{EA0E8296-0156-4B59-A902-2A0662FBA900}" type="presOf" srcId="{B298CB62-43D2-4C29-8A30-859C3DC1019F}" destId="{C083F150-E559-4D65-A79C-9BA13AB7741C}" srcOrd="0" destOrd="0" presId="urn:microsoft.com/office/officeart/2005/8/layout/chevron1"/>
    <dgm:cxn modelId="{310FB5A7-6211-4E61-BA62-B27C587848A4}" srcId="{196CEF9D-FA64-4C4A-A8A4-AFAFEAEBAEA7}" destId="{A8245AF8-FF4E-44DC-BD2A-F7381DD05253}" srcOrd="3" destOrd="0" parTransId="{3949EB70-5EEC-45A6-B99E-5170D98A4495}" sibTransId="{C1556868-B883-4CE0-B6CD-3DF38DE65449}"/>
    <dgm:cxn modelId="{3FD4CFB6-2CF4-49AC-AAC8-369C2FE7427C}" type="presOf" srcId="{196CEF9D-FA64-4C4A-A8A4-AFAFEAEBAEA7}" destId="{42DB7F9B-7EC9-4E7F-9204-C7C2F2BE10C9}" srcOrd="0" destOrd="0" presId="urn:microsoft.com/office/officeart/2005/8/layout/chevron1"/>
    <dgm:cxn modelId="{FAFD3BB7-FB61-4639-8C29-E537DBB55E70}" srcId="{196CEF9D-FA64-4C4A-A8A4-AFAFEAEBAEA7}" destId="{24706E00-AB8C-4500-A9ED-58DADC553A43}" srcOrd="6" destOrd="0" parTransId="{78C463B5-4D0F-491F-B2B2-D22A224397CA}" sibTransId="{7F065387-0477-46B8-BAE9-CC949B9724A8}"/>
    <dgm:cxn modelId="{2764B9C7-E3F7-4110-8AE4-77E9D9136F67}" srcId="{196CEF9D-FA64-4C4A-A8A4-AFAFEAEBAEA7}" destId="{6E292A08-FB6C-49F8-897F-17387061F16B}" srcOrd="7" destOrd="0" parTransId="{CE4D0823-0977-4DD5-870D-6210F908A9AD}" sibTransId="{119D9C90-6F0B-40A5-9183-207EB8FDB078}"/>
    <dgm:cxn modelId="{F25337CD-4086-4EDD-99CB-3FB61ABB6020}" srcId="{196CEF9D-FA64-4C4A-A8A4-AFAFEAEBAEA7}" destId="{CBBF1FCD-2AA2-4C2F-A17C-D565494E1E82}" srcOrd="1" destOrd="0" parTransId="{BF4EFBC5-70AF-428C-AEC3-8FBE39E5B392}" sibTransId="{F628070C-2894-48B7-AFD3-710C7350009C}"/>
    <dgm:cxn modelId="{1E9E1DD6-961B-4BC8-997A-B9292F6EAA79}" srcId="{196CEF9D-FA64-4C4A-A8A4-AFAFEAEBAEA7}" destId="{CB220D77-F89E-437E-AE81-583D43C43591}" srcOrd="2" destOrd="0" parTransId="{1A6A9497-5FC3-442C-A672-E01E833EC14E}" sibTransId="{5BD9D47C-3D46-4F49-9F3F-7C84361B5197}"/>
    <dgm:cxn modelId="{15055DDC-F7C2-4069-88B1-4369E8D266E7}" type="presOf" srcId="{DB8307EB-EB33-44A3-9C8B-92B3DD83BB67}" destId="{1482404C-42F1-4F0B-A067-92B5A95074F5}" srcOrd="0" destOrd="0" presId="urn:microsoft.com/office/officeart/2005/8/layout/chevron1"/>
    <dgm:cxn modelId="{F942D1FB-90A8-4452-BCC9-586093DF0E63}" type="presOf" srcId="{CB220D77-F89E-437E-AE81-583D43C43591}" destId="{83DF1333-6A78-485C-A9E1-953A24E6F6DA}" srcOrd="0" destOrd="0" presId="urn:microsoft.com/office/officeart/2005/8/layout/chevron1"/>
    <dgm:cxn modelId="{0BAE90FC-FAF0-46D1-ADB1-87EAB8753897}" srcId="{196CEF9D-FA64-4C4A-A8A4-AFAFEAEBAEA7}" destId="{B298CB62-43D2-4C29-8A30-859C3DC1019F}" srcOrd="0" destOrd="0" parTransId="{D8ABC785-6EB8-4B19-BC55-3D7857522D3F}" sibTransId="{269D12D4-A3B9-4158-91CA-83DD1015B77E}"/>
    <dgm:cxn modelId="{DE8733C4-5A65-4BBD-84DA-CAB8A705BF9A}" type="presParOf" srcId="{42DB7F9B-7EC9-4E7F-9204-C7C2F2BE10C9}" destId="{C083F150-E559-4D65-A79C-9BA13AB7741C}" srcOrd="0" destOrd="0" presId="urn:microsoft.com/office/officeart/2005/8/layout/chevron1"/>
    <dgm:cxn modelId="{A06599BD-4EFB-4D90-B1D0-262692095783}" type="presParOf" srcId="{42DB7F9B-7EC9-4E7F-9204-C7C2F2BE10C9}" destId="{5385CC57-E7F3-48C9-BA56-9E13B65EE016}" srcOrd="1" destOrd="0" presId="urn:microsoft.com/office/officeart/2005/8/layout/chevron1"/>
    <dgm:cxn modelId="{074B6E30-292E-41D4-963F-6CA76E0D1395}" type="presParOf" srcId="{42DB7F9B-7EC9-4E7F-9204-C7C2F2BE10C9}" destId="{681F424A-F4C1-4A9E-8781-5C0E2DF13542}" srcOrd="2" destOrd="0" presId="urn:microsoft.com/office/officeart/2005/8/layout/chevron1"/>
    <dgm:cxn modelId="{45F08305-CD3E-4BD8-B99C-7AA77BEEF9F5}" type="presParOf" srcId="{42DB7F9B-7EC9-4E7F-9204-C7C2F2BE10C9}" destId="{E2B1B873-0CF9-4F53-817B-D559F2840919}" srcOrd="3" destOrd="0" presId="urn:microsoft.com/office/officeart/2005/8/layout/chevron1"/>
    <dgm:cxn modelId="{6E4C5F97-1B91-4E3A-A781-09E7F7C6B041}" type="presParOf" srcId="{42DB7F9B-7EC9-4E7F-9204-C7C2F2BE10C9}" destId="{83DF1333-6A78-485C-A9E1-953A24E6F6DA}" srcOrd="4" destOrd="0" presId="urn:microsoft.com/office/officeart/2005/8/layout/chevron1"/>
    <dgm:cxn modelId="{023367A0-FFE0-473B-9E7E-C40B45F40E30}" type="presParOf" srcId="{42DB7F9B-7EC9-4E7F-9204-C7C2F2BE10C9}" destId="{2E50E8F0-C7C5-45CF-AF1B-E1BB191BBB7C}" srcOrd="5" destOrd="0" presId="urn:microsoft.com/office/officeart/2005/8/layout/chevron1"/>
    <dgm:cxn modelId="{81BA74DA-8D33-463C-866D-06A758C2860B}" type="presParOf" srcId="{42DB7F9B-7EC9-4E7F-9204-C7C2F2BE10C9}" destId="{4FE1025E-586B-42DF-8F79-012726F6F12C}" srcOrd="6" destOrd="0" presId="urn:microsoft.com/office/officeart/2005/8/layout/chevron1"/>
    <dgm:cxn modelId="{9C8547A4-A605-4523-A81E-5EE2AB301226}" type="presParOf" srcId="{42DB7F9B-7EC9-4E7F-9204-C7C2F2BE10C9}" destId="{CB9145CE-6B5A-4027-8976-009EB242E4CD}" srcOrd="7" destOrd="0" presId="urn:microsoft.com/office/officeart/2005/8/layout/chevron1"/>
    <dgm:cxn modelId="{048316DE-7C0D-4617-92E7-AA179077FE06}" type="presParOf" srcId="{42DB7F9B-7EC9-4E7F-9204-C7C2F2BE10C9}" destId="{1482404C-42F1-4F0B-A067-92B5A95074F5}" srcOrd="8" destOrd="0" presId="urn:microsoft.com/office/officeart/2005/8/layout/chevron1"/>
    <dgm:cxn modelId="{31A47DD2-C43A-4E2A-B92B-BDAD6C2F0CD3}" type="presParOf" srcId="{42DB7F9B-7EC9-4E7F-9204-C7C2F2BE10C9}" destId="{A9EB445A-B08E-4FFE-B99A-91A3058E0C3D}" srcOrd="9" destOrd="0" presId="urn:microsoft.com/office/officeart/2005/8/layout/chevron1"/>
    <dgm:cxn modelId="{5C1D8B9C-16D5-4753-B180-4F673E32B7F6}" type="presParOf" srcId="{42DB7F9B-7EC9-4E7F-9204-C7C2F2BE10C9}" destId="{1761151C-6525-44A6-BEE8-E70735A74FBF}" srcOrd="10" destOrd="0" presId="urn:microsoft.com/office/officeart/2005/8/layout/chevron1"/>
    <dgm:cxn modelId="{F970C1CB-75A2-44C1-B30E-E1CAAD0543D2}" type="presParOf" srcId="{42DB7F9B-7EC9-4E7F-9204-C7C2F2BE10C9}" destId="{AE91C183-79C6-4050-A5C6-16D9FA346F0A}" srcOrd="11" destOrd="0" presId="urn:microsoft.com/office/officeart/2005/8/layout/chevron1"/>
    <dgm:cxn modelId="{6FCBA999-7BB3-4B2D-AE9E-48A2C20A6962}" type="presParOf" srcId="{42DB7F9B-7EC9-4E7F-9204-C7C2F2BE10C9}" destId="{F28EAC6C-4C57-4A99-AF6C-6245744704B1}" srcOrd="12" destOrd="0" presId="urn:microsoft.com/office/officeart/2005/8/layout/chevron1"/>
    <dgm:cxn modelId="{987DBA9A-0832-4E96-83D7-D6434FD76379}" type="presParOf" srcId="{42DB7F9B-7EC9-4E7F-9204-C7C2F2BE10C9}" destId="{8255AC31-D866-4721-96DD-B02012C14DD3}" srcOrd="13" destOrd="0" presId="urn:microsoft.com/office/officeart/2005/8/layout/chevron1"/>
    <dgm:cxn modelId="{6D4F6538-AD2F-429D-8293-C6637062D967}" type="presParOf" srcId="{42DB7F9B-7EC9-4E7F-9204-C7C2F2BE10C9}" destId="{0303BA62-792B-4DAA-93D1-03961A20910D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96CEF9D-FA64-4C4A-A8A4-AFAFEAEBAEA7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B298CB62-43D2-4C29-8A30-859C3DC1019F}">
      <dgm:prSet phldrT="[Texto]" phldr="0" custT="1"/>
      <dgm:spPr/>
      <dgm:t>
        <a:bodyPr/>
        <a:lstStyle/>
        <a:p>
          <a:r>
            <a:rPr lang="es-ES" sz="900" b="0" dirty="0"/>
            <a:t>Recopilar requerimientos</a:t>
          </a:r>
          <a:endParaRPr lang="es-PE" sz="900" b="0" dirty="0"/>
        </a:p>
      </dgm:t>
    </dgm:pt>
    <dgm:pt modelId="{D8ABC785-6EB8-4B19-BC55-3D7857522D3F}" type="parTrans" cxnId="{0BAE90FC-FAF0-46D1-ADB1-87EAB8753897}">
      <dgm:prSet/>
      <dgm:spPr/>
      <dgm:t>
        <a:bodyPr/>
        <a:lstStyle/>
        <a:p>
          <a:endParaRPr lang="es-PE"/>
        </a:p>
      </dgm:t>
    </dgm:pt>
    <dgm:pt modelId="{269D12D4-A3B9-4158-91CA-83DD1015B77E}" type="sibTrans" cxnId="{0BAE90FC-FAF0-46D1-ADB1-87EAB8753897}">
      <dgm:prSet/>
      <dgm:spPr/>
      <dgm:t>
        <a:bodyPr/>
        <a:lstStyle/>
        <a:p>
          <a:endParaRPr lang="es-PE"/>
        </a:p>
      </dgm:t>
    </dgm:pt>
    <dgm:pt modelId="{CBBF1FCD-2AA2-4C2F-A17C-D565494E1E82}">
      <dgm:prSet phldrT="[Texto]" phldr="0" custT="1"/>
      <dgm:spPr/>
      <dgm:t>
        <a:bodyPr/>
        <a:lstStyle/>
        <a:p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gm:t>
    </dgm:pt>
    <dgm:pt modelId="{BF4EFBC5-70AF-428C-AEC3-8FBE39E5B392}" type="parTrans" cxnId="{F25337CD-4086-4EDD-99CB-3FB61ABB6020}">
      <dgm:prSet/>
      <dgm:spPr/>
      <dgm:t>
        <a:bodyPr/>
        <a:lstStyle/>
        <a:p>
          <a:endParaRPr lang="es-PE"/>
        </a:p>
      </dgm:t>
    </dgm:pt>
    <dgm:pt modelId="{F628070C-2894-48B7-AFD3-710C7350009C}" type="sibTrans" cxnId="{F25337CD-4086-4EDD-99CB-3FB61ABB6020}">
      <dgm:prSet/>
      <dgm:spPr/>
      <dgm:t>
        <a:bodyPr/>
        <a:lstStyle/>
        <a:p>
          <a:endParaRPr lang="es-PE"/>
        </a:p>
      </dgm:t>
    </dgm:pt>
    <dgm:pt modelId="{CB220D77-F89E-437E-AE81-583D43C43591}">
      <dgm:prSet phldrT="[Texto]" phldr="0" custT="1"/>
      <dgm:spPr/>
      <dgm:t>
        <a:bodyPr/>
        <a:lstStyle/>
        <a:p>
          <a:r>
            <a:rPr lang="es-ES" sz="900" b="0" dirty="0"/>
            <a:t>Crear</a:t>
          </a:r>
          <a:endParaRPr lang="es-PE" sz="900" b="0" dirty="0"/>
        </a:p>
      </dgm:t>
    </dgm:pt>
    <dgm:pt modelId="{1A6A9497-5FC3-442C-A672-E01E833EC14E}" type="parTrans" cxnId="{1E9E1DD6-961B-4BC8-997A-B9292F6EAA79}">
      <dgm:prSet/>
      <dgm:spPr/>
      <dgm:t>
        <a:bodyPr/>
        <a:lstStyle/>
        <a:p>
          <a:endParaRPr lang="es-PE"/>
        </a:p>
      </dgm:t>
    </dgm:pt>
    <dgm:pt modelId="{5BD9D47C-3D46-4F49-9F3F-7C84361B5197}" type="sibTrans" cxnId="{1E9E1DD6-961B-4BC8-997A-B9292F6EAA79}">
      <dgm:prSet/>
      <dgm:spPr/>
      <dgm:t>
        <a:bodyPr/>
        <a:lstStyle/>
        <a:p>
          <a:endParaRPr lang="es-PE"/>
        </a:p>
      </dgm:t>
    </dgm:pt>
    <dgm:pt modelId="{A8245AF8-FF4E-44DC-BD2A-F7381DD05253}">
      <dgm:prSet phldrT="[Texto]" phldr="0" custT="1"/>
      <dgm:spPr/>
      <dgm:t>
        <a:bodyPr/>
        <a:lstStyle/>
        <a:p>
          <a:r>
            <a:rPr lang="es-ES" sz="900" dirty="0"/>
            <a:t>Mapear</a:t>
          </a:r>
        </a:p>
        <a:p>
          <a:r>
            <a:rPr lang="es-PE" sz="900" dirty="0"/>
            <a:t>Validar</a:t>
          </a:r>
        </a:p>
        <a:p>
          <a:r>
            <a:rPr lang="es-PE" sz="900" dirty="0"/>
            <a:t>Preparar</a:t>
          </a:r>
        </a:p>
      </dgm:t>
    </dgm:pt>
    <dgm:pt modelId="{3949EB70-5EEC-45A6-B99E-5170D98A4495}" type="parTrans" cxnId="{310FB5A7-6211-4E61-BA62-B27C587848A4}">
      <dgm:prSet/>
      <dgm:spPr/>
      <dgm:t>
        <a:bodyPr/>
        <a:lstStyle/>
        <a:p>
          <a:endParaRPr lang="es-PE"/>
        </a:p>
      </dgm:t>
    </dgm:pt>
    <dgm:pt modelId="{C1556868-B883-4CE0-B6CD-3DF38DE65449}" type="sibTrans" cxnId="{310FB5A7-6211-4E61-BA62-B27C587848A4}">
      <dgm:prSet/>
      <dgm:spPr/>
      <dgm:t>
        <a:bodyPr/>
        <a:lstStyle/>
        <a:p>
          <a:endParaRPr lang="es-PE"/>
        </a:p>
      </dgm:t>
    </dgm:pt>
    <dgm:pt modelId="{DB8307EB-EB33-44A3-9C8B-92B3DD83BB67}">
      <dgm:prSet phldrT="[Texto]" phldr="0" custT="1"/>
      <dgm:spPr/>
      <dgm:t>
        <a:bodyPr/>
        <a:lstStyle/>
        <a:p>
          <a:r>
            <a:rPr lang="es-ES" sz="900" b="1" dirty="0">
              <a:highlight>
                <a:srgbClr val="FFFF00"/>
              </a:highlight>
            </a:rPr>
            <a:t>Mover</a:t>
          </a:r>
        </a:p>
        <a:p>
          <a:r>
            <a:rPr lang="es-PE" sz="900" b="1" dirty="0">
              <a:highlight>
                <a:srgbClr val="FFFF00"/>
              </a:highlight>
            </a:rPr>
            <a:t>Transformar</a:t>
          </a:r>
        </a:p>
        <a:p>
          <a:r>
            <a:rPr lang="es-PE" sz="900" b="1" dirty="0">
              <a:highlight>
                <a:srgbClr val="FFFF00"/>
              </a:highlight>
            </a:rPr>
            <a:t>Integrar</a:t>
          </a:r>
        </a:p>
        <a:p>
          <a:r>
            <a:rPr lang="es-PE" sz="900" b="1" dirty="0">
              <a:highlight>
                <a:srgbClr val="FFFF00"/>
              </a:highlight>
            </a:rPr>
            <a:t>Agregar</a:t>
          </a:r>
        </a:p>
      </dgm:t>
    </dgm:pt>
    <dgm:pt modelId="{7D8C2CBB-325E-46C3-85FA-A1BB902AF6F7}" type="parTrans" cxnId="{2FAC456B-C6A5-40F3-81E2-0E7FB2C38339}">
      <dgm:prSet/>
      <dgm:spPr/>
      <dgm:t>
        <a:bodyPr/>
        <a:lstStyle/>
        <a:p>
          <a:endParaRPr lang="es-PE"/>
        </a:p>
      </dgm:t>
    </dgm:pt>
    <dgm:pt modelId="{DD8F5ECF-0E10-463F-B0F2-D3CF1196D574}" type="sibTrans" cxnId="{2FAC456B-C6A5-40F3-81E2-0E7FB2C38339}">
      <dgm:prSet/>
      <dgm:spPr/>
      <dgm:t>
        <a:bodyPr/>
        <a:lstStyle/>
        <a:p>
          <a:endParaRPr lang="es-PE"/>
        </a:p>
      </dgm:t>
    </dgm:pt>
    <dgm:pt modelId="{24706E00-AB8C-4500-A9ED-58DADC553A43}">
      <dgm:prSet phldrT="[Texto]" phldr="0" custT="1"/>
      <dgm:spPr/>
      <dgm:t>
        <a:bodyPr/>
        <a:lstStyle/>
        <a:p>
          <a:r>
            <a:rPr lang="es-ES" sz="900" dirty="0"/>
            <a:t>Analizar</a:t>
          </a:r>
        </a:p>
        <a:p>
          <a:r>
            <a:rPr lang="es-PE" sz="900" dirty="0"/>
            <a:t>Usar</a:t>
          </a:r>
        </a:p>
      </dgm:t>
    </dgm:pt>
    <dgm:pt modelId="{78C463B5-4D0F-491F-B2B2-D22A224397CA}" type="parTrans" cxnId="{FAFD3BB7-FB61-4639-8C29-E537DBB55E70}">
      <dgm:prSet/>
      <dgm:spPr/>
      <dgm:t>
        <a:bodyPr/>
        <a:lstStyle/>
        <a:p>
          <a:endParaRPr lang="es-PE"/>
        </a:p>
      </dgm:t>
    </dgm:pt>
    <dgm:pt modelId="{7F065387-0477-46B8-BAE9-CC949B9724A8}" type="sibTrans" cxnId="{FAFD3BB7-FB61-4639-8C29-E537DBB55E70}">
      <dgm:prSet/>
      <dgm:spPr/>
      <dgm:t>
        <a:bodyPr/>
        <a:lstStyle/>
        <a:p>
          <a:endParaRPr lang="es-PE"/>
        </a:p>
      </dgm:t>
    </dgm:pt>
    <dgm:pt modelId="{6E292A08-FB6C-49F8-897F-17387061F16B}">
      <dgm:prSet phldrT="[Texto]" phldr="0" custT="1"/>
      <dgm:spPr/>
      <dgm:t>
        <a:bodyPr/>
        <a:lstStyle/>
        <a:p>
          <a:r>
            <a:rPr lang="es-ES" sz="900" dirty="0"/>
            <a:t>Almacenar</a:t>
          </a:r>
        </a:p>
        <a:p>
          <a:r>
            <a:rPr lang="es-PE" sz="900" dirty="0"/>
            <a:t>Archivar</a:t>
          </a:r>
        </a:p>
        <a:p>
          <a:r>
            <a:rPr lang="es-PE" sz="900" dirty="0"/>
            <a:t>Eliminar</a:t>
          </a:r>
        </a:p>
      </dgm:t>
    </dgm:pt>
    <dgm:pt modelId="{CE4D0823-0977-4DD5-870D-6210F908A9AD}" type="parTrans" cxnId="{2764B9C7-E3F7-4110-8AE4-77E9D9136F67}">
      <dgm:prSet/>
      <dgm:spPr/>
      <dgm:t>
        <a:bodyPr/>
        <a:lstStyle/>
        <a:p>
          <a:endParaRPr lang="es-PE"/>
        </a:p>
      </dgm:t>
    </dgm:pt>
    <dgm:pt modelId="{119D9C90-6F0B-40A5-9183-207EB8FDB078}" type="sibTrans" cxnId="{2764B9C7-E3F7-4110-8AE4-77E9D9136F67}">
      <dgm:prSet/>
      <dgm:spPr/>
      <dgm:t>
        <a:bodyPr/>
        <a:lstStyle/>
        <a:p>
          <a:endParaRPr lang="es-PE"/>
        </a:p>
      </dgm:t>
    </dgm:pt>
    <dgm:pt modelId="{D35CF48E-0152-461C-AF0B-721F0EA6A572}">
      <dgm:prSet phldrT="[Texto]" phldr="0" custT="1"/>
      <dgm:spPr/>
      <dgm:t>
        <a:bodyPr/>
        <a:lstStyle/>
        <a:p>
          <a:r>
            <a:rPr lang="es-ES" sz="900" dirty="0"/>
            <a:t>Validar</a:t>
          </a:r>
        </a:p>
        <a:p>
          <a:r>
            <a:rPr lang="es-PE" sz="900" dirty="0"/>
            <a:t>Compartir</a:t>
          </a:r>
        </a:p>
        <a:p>
          <a:r>
            <a:rPr lang="es-PE" sz="900" dirty="0"/>
            <a:t>Entregar</a:t>
          </a:r>
        </a:p>
      </dgm:t>
    </dgm:pt>
    <dgm:pt modelId="{B2E03473-CE39-4774-ABF9-E9C03D8B51DB}" type="parTrans" cxnId="{B46E4420-2BA9-45DA-92EF-3DF021E09A71}">
      <dgm:prSet/>
      <dgm:spPr/>
      <dgm:t>
        <a:bodyPr/>
        <a:lstStyle/>
        <a:p>
          <a:endParaRPr lang="es-PE"/>
        </a:p>
      </dgm:t>
    </dgm:pt>
    <dgm:pt modelId="{EA50C78E-3F2B-45A9-AF6B-799D957CC08B}" type="sibTrans" cxnId="{B46E4420-2BA9-45DA-92EF-3DF021E09A71}">
      <dgm:prSet/>
      <dgm:spPr/>
      <dgm:t>
        <a:bodyPr/>
        <a:lstStyle/>
        <a:p>
          <a:endParaRPr lang="es-PE"/>
        </a:p>
      </dgm:t>
    </dgm:pt>
    <dgm:pt modelId="{42DB7F9B-7EC9-4E7F-9204-C7C2F2BE10C9}" type="pres">
      <dgm:prSet presAssocID="{196CEF9D-FA64-4C4A-A8A4-AFAFEAEBAEA7}" presName="Name0" presStyleCnt="0">
        <dgm:presLayoutVars>
          <dgm:dir/>
          <dgm:animLvl val="lvl"/>
          <dgm:resizeHandles val="exact"/>
        </dgm:presLayoutVars>
      </dgm:prSet>
      <dgm:spPr/>
    </dgm:pt>
    <dgm:pt modelId="{C083F150-E559-4D65-A79C-9BA13AB7741C}" type="pres">
      <dgm:prSet presAssocID="{B298CB62-43D2-4C29-8A30-859C3DC1019F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5385CC57-E7F3-48C9-BA56-9E13B65EE016}" type="pres">
      <dgm:prSet presAssocID="{269D12D4-A3B9-4158-91CA-83DD1015B77E}" presName="parTxOnlySpace" presStyleCnt="0"/>
      <dgm:spPr/>
    </dgm:pt>
    <dgm:pt modelId="{681F424A-F4C1-4A9E-8781-5C0E2DF13542}" type="pres">
      <dgm:prSet presAssocID="{CBBF1FCD-2AA2-4C2F-A17C-D565494E1E82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E2B1B873-0CF9-4F53-817B-D559F2840919}" type="pres">
      <dgm:prSet presAssocID="{F628070C-2894-48B7-AFD3-710C7350009C}" presName="parTxOnlySpace" presStyleCnt="0"/>
      <dgm:spPr/>
    </dgm:pt>
    <dgm:pt modelId="{83DF1333-6A78-485C-A9E1-953A24E6F6DA}" type="pres">
      <dgm:prSet presAssocID="{CB220D77-F89E-437E-AE81-583D43C43591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2E50E8F0-C7C5-45CF-AF1B-E1BB191BBB7C}" type="pres">
      <dgm:prSet presAssocID="{5BD9D47C-3D46-4F49-9F3F-7C84361B5197}" presName="parTxOnlySpace" presStyleCnt="0"/>
      <dgm:spPr/>
    </dgm:pt>
    <dgm:pt modelId="{4FE1025E-586B-42DF-8F79-012726F6F12C}" type="pres">
      <dgm:prSet presAssocID="{A8245AF8-FF4E-44DC-BD2A-F7381DD05253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CB9145CE-6B5A-4027-8976-009EB242E4CD}" type="pres">
      <dgm:prSet presAssocID="{C1556868-B883-4CE0-B6CD-3DF38DE65449}" presName="parTxOnlySpace" presStyleCnt="0"/>
      <dgm:spPr/>
    </dgm:pt>
    <dgm:pt modelId="{1482404C-42F1-4F0B-A067-92B5A95074F5}" type="pres">
      <dgm:prSet presAssocID="{DB8307EB-EB33-44A3-9C8B-92B3DD83BB67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A9EB445A-B08E-4FFE-B99A-91A3058E0C3D}" type="pres">
      <dgm:prSet presAssocID="{DD8F5ECF-0E10-463F-B0F2-D3CF1196D574}" presName="parTxOnlySpace" presStyleCnt="0"/>
      <dgm:spPr/>
    </dgm:pt>
    <dgm:pt modelId="{1761151C-6525-44A6-BEE8-E70735A74FBF}" type="pres">
      <dgm:prSet presAssocID="{D35CF48E-0152-461C-AF0B-721F0EA6A572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AE91C183-79C6-4050-A5C6-16D9FA346F0A}" type="pres">
      <dgm:prSet presAssocID="{EA50C78E-3F2B-45A9-AF6B-799D957CC08B}" presName="parTxOnlySpace" presStyleCnt="0"/>
      <dgm:spPr/>
    </dgm:pt>
    <dgm:pt modelId="{F28EAC6C-4C57-4A99-AF6C-6245744704B1}" type="pres">
      <dgm:prSet presAssocID="{24706E00-AB8C-4500-A9ED-58DADC553A43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8255AC31-D866-4721-96DD-B02012C14DD3}" type="pres">
      <dgm:prSet presAssocID="{7F065387-0477-46B8-BAE9-CC949B9724A8}" presName="parTxOnlySpace" presStyleCnt="0"/>
      <dgm:spPr/>
    </dgm:pt>
    <dgm:pt modelId="{0303BA62-792B-4DAA-93D1-03961A20910D}" type="pres">
      <dgm:prSet presAssocID="{6E292A08-FB6C-49F8-897F-17387061F16B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B46E4420-2BA9-45DA-92EF-3DF021E09A71}" srcId="{196CEF9D-FA64-4C4A-A8A4-AFAFEAEBAEA7}" destId="{D35CF48E-0152-461C-AF0B-721F0EA6A572}" srcOrd="5" destOrd="0" parTransId="{B2E03473-CE39-4774-ABF9-E9C03D8B51DB}" sibTransId="{EA50C78E-3F2B-45A9-AF6B-799D957CC08B}"/>
    <dgm:cxn modelId="{E19F383F-D38D-459D-A217-F8190190B604}" type="presOf" srcId="{CBBF1FCD-2AA2-4C2F-A17C-D565494E1E82}" destId="{681F424A-F4C1-4A9E-8781-5C0E2DF13542}" srcOrd="0" destOrd="0" presId="urn:microsoft.com/office/officeart/2005/8/layout/chevron1"/>
    <dgm:cxn modelId="{2FAC456B-C6A5-40F3-81E2-0E7FB2C38339}" srcId="{196CEF9D-FA64-4C4A-A8A4-AFAFEAEBAEA7}" destId="{DB8307EB-EB33-44A3-9C8B-92B3DD83BB67}" srcOrd="4" destOrd="0" parTransId="{7D8C2CBB-325E-46C3-85FA-A1BB902AF6F7}" sibTransId="{DD8F5ECF-0E10-463F-B0F2-D3CF1196D574}"/>
    <dgm:cxn modelId="{BC675876-303E-4B33-91E8-68699BE990D6}" type="presOf" srcId="{6E292A08-FB6C-49F8-897F-17387061F16B}" destId="{0303BA62-792B-4DAA-93D1-03961A20910D}" srcOrd="0" destOrd="0" presId="urn:microsoft.com/office/officeart/2005/8/layout/chevron1"/>
    <dgm:cxn modelId="{F341257B-9ED1-4919-8A78-DBE54452C16F}" type="presOf" srcId="{D35CF48E-0152-461C-AF0B-721F0EA6A572}" destId="{1761151C-6525-44A6-BEE8-E70735A74FBF}" srcOrd="0" destOrd="0" presId="urn:microsoft.com/office/officeart/2005/8/layout/chevron1"/>
    <dgm:cxn modelId="{119F058A-FF15-4FFA-B529-555C4982DE44}" type="presOf" srcId="{24706E00-AB8C-4500-A9ED-58DADC553A43}" destId="{F28EAC6C-4C57-4A99-AF6C-6245744704B1}" srcOrd="0" destOrd="0" presId="urn:microsoft.com/office/officeart/2005/8/layout/chevron1"/>
    <dgm:cxn modelId="{34D3588E-4EE0-4B0A-87FF-F6F4834C5457}" type="presOf" srcId="{A8245AF8-FF4E-44DC-BD2A-F7381DD05253}" destId="{4FE1025E-586B-42DF-8F79-012726F6F12C}" srcOrd="0" destOrd="0" presId="urn:microsoft.com/office/officeart/2005/8/layout/chevron1"/>
    <dgm:cxn modelId="{EA0E8296-0156-4B59-A902-2A0662FBA900}" type="presOf" srcId="{B298CB62-43D2-4C29-8A30-859C3DC1019F}" destId="{C083F150-E559-4D65-A79C-9BA13AB7741C}" srcOrd="0" destOrd="0" presId="urn:microsoft.com/office/officeart/2005/8/layout/chevron1"/>
    <dgm:cxn modelId="{310FB5A7-6211-4E61-BA62-B27C587848A4}" srcId="{196CEF9D-FA64-4C4A-A8A4-AFAFEAEBAEA7}" destId="{A8245AF8-FF4E-44DC-BD2A-F7381DD05253}" srcOrd="3" destOrd="0" parTransId="{3949EB70-5EEC-45A6-B99E-5170D98A4495}" sibTransId="{C1556868-B883-4CE0-B6CD-3DF38DE65449}"/>
    <dgm:cxn modelId="{3FD4CFB6-2CF4-49AC-AAC8-369C2FE7427C}" type="presOf" srcId="{196CEF9D-FA64-4C4A-A8A4-AFAFEAEBAEA7}" destId="{42DB7F9B-7EC9-4E7F-9204-C7C2F2BE10C9}" srcOrd="0" destOrd="0" presId="urn:microsoft.com/office/officeart/2005/8/layout/chevron1"/>
    <dgm:cxn modelId="{FAFD3BB7-FB61-4639-8C29-E537DBB55E70}" srcId="{196CEF9D-FA64-4C4A-A8A4-AFAFEAEBAEA7}" destId="{24706E00-AB8C-4500-A9ED-58DADC553A43}" srcOrd="6" destOrd="0" parTransId="{78C463B5-4D0F-491F-B2B2-D22A224397CA}" sibTransId="{7F065387-0477-46B8-BAE9-CC949B9724A8}"/>
    <dgm:cxn modelId="{2764B9C7-E3F7-4110-8AE4-77E9D9136F67}" srcId="{196CEF9D-FA64-4C4A-A8A4-AFAFEAEBAEA7}" destId="{6E292A08-FB6C-49F8-897F-17387061F16B}" srcOrd="7" destOrd="0" parTransId="{CE4D0823-0977-4DD5-870D-6210F908A9AD}" sibTransId="{119D9C90-6F0B-40A5-9183-207EB8FDB078}"/>
    <dgm:cxn modelId="{F25337CD-4086-4EDD-99CB-3FB61ABB6020}" srcId="{196CEF9D-FA64-4C4A-A8A4-AFAFEAEBAEA7}" destId="{CBBF1FCD-2AA2-4C2F-A17C-D565494E1E82}" srcOrd="1" destOrd="0" parTransId="{BF4EFBC5-70AF-428C-AEC3-8FBE39E5B392}" sibTransId="{F628070C-2894-48B7-AFD3-710C7350009C}"/>
    <dgm:cxn modelId="{1E9E1DD6-961B-4BC8-997A-B9292F6EAA79}" srcId="{196CEF9D-FA64-4C4A-A8A4-AFAFEAEBAEA7}" destId="{CB220D77-F89E-437E-AE81-583D43C43591}" srcOrd="2" destOrd="0" parTransId="{1A6A9497-5FC3-442C-A672-E01E833EC14E}" sibTransId="{5BD9D47C-3D46-4F49-9F3F-7C84361B5197}"/>
    <dgm:cxn modelId="{15055DDC-F7C2-4069-88B1-4369E8D266E7}" type="presOf" srcId="{DB8307EB-EB33-44A3-9C8B-92B3DD83BB67}" destId="{1482404C-42F1-4F0B-A067-92B5A95074F5}" srcOrd="0" destOrd="0" presId="urn:microsoft.com/office/officeart/2005/8/layout/chevron1"/>
    <dgm:cxn modelId="{F942D1FB-90A8-4452-BCC9-586093DF0E63}" type="presOf" srcId="{CB220D77-F89E-437E-AE81-583D43C43591}" destId="{83DF1333-6A78-485C-A9E1-953A24E6F6DA}" srcOrd="0" destOrd="0" presId="urn:microsoft.com/office/officeart/2005/8/layout/chevron1"/>
    <dgm:cxn modelId="{0BAE90FC-FAF0-46D1-ADB1-87EAB8753897}" srcId="{196CEF9D-FA64-4C4A-A8A4-AFAFEAEBAEA7}" destId="{B298CB62-43D2-4C29-8A30-859C3DC1019F}" srcOrd="0" destOrd="0" parTransId="{D8ABC785-6EB8-4B19-BC55-3D7857522D3F}" sibTransId="{269D12D4-A3B9-4158-91CA-83DD1015B77E}"/>
    <dgm:cxn modelId="{DE8733C4-5A65-4BBD-84DA-CAB8A705BF9A}" type="presParOf" srcId="{42DB7F9B-7EC9-4E7F-9204-C7C2F2BE10C9}" destId="{C083F150-E559-4D65-A79C-9BA13AB7741C}" srcOrd="0" destOrd="0" presId="urn:microsoft.com/office/officeart/2005/8/layout/chevron1"/>
    <dgm:cxn modelId="{A06599BD-4EFB-4D90-B1D0-262692095783}" type="presParOf" srcId="{42DB7F9B-7EC9-4E7F-9204-C7C2F2BE10C9}" destId="{5385CC57-E7F3-48C9-BA56-9E13B65EE016}" srcOrd="1" destOrd="0" presId="urn:microsoft.com/office/officeart/2005/8/layout/chevron1"/>
    <dgm:cxn modelId="{074B6E30-292E-41D4-963F-6CA76E0D1395}" type="presParOf" srcId="{42DB7F9B-7EC9-4E7F-9204-C7C2F2BE10C9}" destId="{681F424A-F4C1-4A9E-8781-5C0E2DF13542}" srcOrd="2" destOrd="0" presId="urn:microsoft.com/office/officeart/2005/8/layout/chevron1"/>
    <dgm:cxn modelId="{45F08305-CD3E-4BD8-B99C-7AA77BEEF9F5}" type="presParOf" srcId="{42DB7F9B-7EC9-4E7F-9204-C7C2F2BE10C9}" destId="{E2B1B873-0CF9-4F53-817B-D559F2840919}" srcOrd="3" destOrd="0" presId="urn:microsoft.com/office/officeart/2005/8/layout/chevron1"/>
    <dgm:cxn modelId="{6E4C5F97-1B91-4E3A-A781-09E7F7C6B041}" type="presParOf" srcId="{42DB7F9B-7EC9-4E7F-9204-C7C2F2BE10C9}" destId="{83DF1333-6A78-485C-A9E1-953A24E6F6DA}" srcOrd="4" destOrd="0" presId="urn:microsoft.com/office/officeart/2005/8/layout/chevron1"/>
    <dgm:cxn modelId="{023367A0-FFE0-473B-9E7E-C40B45F40E30}" type="presParOf" srcId="{42DB7F9B-7EC9-4E7F-9204-C7C2F2BE10C9}" destId="{2E50E8F0-C7C5-45CF-AF1B-E1BB191BBB7C}" srcOrd="5" destOrd="0" presId="urn:microsoft.com/office/officeart/2005/8/layout/chevron1"/>
    <dgm:cxn modelId="{81BA74DA-8D33-463C-866D-06A758C2860B}" type="presParOf" srcId="{42DB7F9B-7EC9-4E7F-9204-C7C2F2BE10C9}" destId="{4FE1025E-586B-42DF-8F79-012726F6F12C}" srcOrd="6" destOrd="0" presId="urn:microsoft.com/office/officeart/2005/8/layout/chevron1"/>
    <dgm:cxn modelId="{9C8547A4-A605-4523-A81E-5EE2AB301226}" type="presParOf" srcId="{42DB7F9B-7EC9-4E7F-9204-C7C2F2BE10C9}" destId="{CB9145CE-6B5A-4027-8976-009EB242E4CD}" srcOrd="7" destOrd="0" presId="urn:microsoft.com/office/officeart/2005/8/layout/chevron1"/>
    <dgm:cxn modelId="{048316DE-7C0D-4617-92E7-AA179077FE06}" type="presParOf" srcId="{42DB7F9B-7EC9-4E7F-9204-C7C2F2BE10C9}" destId="{1482404C-42F1-4F0B-A067-92B5A95074F5}" srcOrd="8" destOrd="0" presId="urn:microsoft.com/office/officeart/2005/8/layout/chevron1"/>
    <dgm:cxn modelId="{31A47DD2-C43A-4E2A-B92B-BDAD6C2F0CD3}" type="presParOf" srcId="{42DB7F9B-7EC9-4E7F-9204-C7C2F2BE10C9}" destId="{A9EB445A-B08E-4FFE-B99A-91A3058E0C3D}" srcOrd="9" destOrd="0" presId="urn:microsoft.com/office/officeart/2005/8/layout/chevron1"/>
    <dgm:cxn modelId="{5C1D8B9C-16D5-4753-B180-4F673E32B7F6}" type="presParOf" srcId="{42DB7F9B-7EC9-4E7F-9204-C7C2F2BE10C9}" destId="{1761151C-6525-44A6-BEE8-E70735A74FBF}" srcOrd="10" destOrd="0" presId="urn:microsoft.com/office/officeart/2005/8/layout/chevron1"/>
    <dgm:cxn modelId="{F970C1CB-75A2-44C1-B30E-E1CAAD0543D2}" type="presParOf" srcId="{42DB7F9B-7EC9-4E7F-9204-C7C2F2BE10C9}" destId="{AE91C183-79C6-4050-A5C6-16D9FA346F0A}" srcOrd="11" destOrd="0" presId="urn:microsoft.com/office/officeart/2005/8/layout/chevron1"/>
    <dgm:cxn modelId="{6FCBA999-7BB3-4B2D-AE9E-48A2C20A6962}" type="presParOf" srcId="{42DB7F9B-7EC9-4E7F-9204-C7C2F2BE10C9}" destId="{F28EAC6C-4C57-4A99-AF6C-6245744704B1}" srcOrd="12" destOrd="0" presId="urn:microsoft.com/office/officeart/2005/8/layout/chevron1"/>
    <dgm:cxn modelId="{987DBA9A-0832-4E96-83D7-D6434FD76379}" type="presParOf" srcId="{42DB7F9B-7EC9-4E7F-9204-C7C2F2BE10C9}" destId="{8255AC31-D866-4721-96DD-B02012C14DD3}" srcOrd="13" destOrd="0" presId="urn:microsoft.com/office/officeart/2005/8/layout/chevron1"/>
    <dgm:cxn modelId="{6D4F6538-AD2F-429D-8293-C6637062D967}" type="presParOf" srcId="{42DB7F9B-7EC9-4E7F-9204-C7C2F2BE10C9}" destId="{0303BA62-792B-4DAA-93D1-03961A20910D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96CEF9D-FA64-4C4A-A8A4-AFAFEAEBAEA7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B298CB62-43D2-4C29-8A30-859C3DC1019F}">
      <dgm:prSet phldrT="[Texto]" phldr="0" custT="1"/>
      <dgm:spPr/>
      <dgm:t>
        <a:bodyPr/>
        <a:lstStyle/>
        <a:p>
          <a:r>
            <a:rPr lang="es-ES" sz="900" b="0" dirty="0"/>
            <a:t>Recopilar requerimientos</a:t>
          </a:r>
          <a:endParaRPr lang="es-PE" sz="900" b="0" dirty="0"/>
        </a:p>
      </dgm:t>
    </dgm:pt>
    <dgm:pt modelId="{D8ABC785-6EB8-4B19-BC55-3D7857522D3F}" type="parTrans" cxnId="{0BAE90FC-FAF0-46D1-ADB1-87EAB8753897}">
      <dgm:prSet/>
      <dgm:spPr/>
      <dgm:t>
        <a:bodyPr/>
        <a:lstStyle/>
        <a:p>
          <a:endParaRPr lang="es-PE"/>
        </a:p>
      </dgm:t>
    </dgm:pt>
    <dgm:pt modelId="{269D12D4-A3B9-4158-91CA-83DD1015B77E}" type="sibTrans" cxnId="{0BAE90FC-FAF0-46D1-ADB1-87EAB8753897}">
      <dgm:prSet/>
      <dgm:spPr/>
      <dgm:t>
        <a:bodyPr/>
        <a:lstStyle/>
        <a:p>
          <a:endParaRPr lang="es-PE"/>
        </a:p>
      </dgm:t>
    </dgm:pt>
    <dgm:pt modelId="{CBBF1FCD-2AA2-4C2F-A17C-D565494E1E82}">
      <dgm:prSet phldrT="[Texto]" phldr="0" custT="1"/>
      <dgm:spPr/>
      <dgm:t>
        <a:bodyPr/>
        <a:lstStyle/>
        <a:p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gm:t>
    </dgm:pt>
    <dgm:pt modelId="{BF4EFBC5-70AF-428C-AEC3-8FBE39E5B392}" type="parTrans" cxnId="{F25337CD-4086-4EDD-99CB-3FB61ABB6020}">
      <dgm:prSet/>
      <dgm:spPr/>
      <dgm:t>
        <a:bodyPr/>
        <a:lstStyle/>
        <a:p>
          <a:endParaRPr lang="es-PE"/>
        </a:p>
      </dgm:t>
    </dgm:pt>
    <dgm:pt modelId="{F628070C-2894-48B7-AFD3-710C7350009C}" type="sibTrans" cxnId="{F25337CD-4086-4EDD-99CB-3FB61ABB6020}">
      <dgm:prSet/>
      <dgm:spPr/>
      <dgm:t>
        <a:bodyPr/>
        <a:lstStyle/>
        <a:p>
          <a:endParaRPr lang="es-PE"/>
        </a:p>
      </dgm:t>
    </dgm:pt>
    <dgm:pt modelId="{CB220D77-F89E-437E-AE81-583D43C43591}">
      <dgm:prSet phldrT="[Texto]" phldr="0" custT="1"/>
      <dgm:spPr/>
      <dgm:t>
        <a:bodyPr/>
        <a:lstStyle/>
        <a:p>
          <a:r>
            <a:rPr lang="es-ES" sz="900" b="0" dirty="0"/>
            <a:t>Crear</a:t>
          </a:r>
          <a:endParaRPr lang="es-PE" sz="900" b="0" dirty="0"/>
        </a:p>
      </dgm:t>
    </dgm:pt>
    <dgm:pt modelId="{1A6A9497-5FC3-442C-A672-E01E833EC14E}" type="parTrans" cxnId="{1E9E1DD6-961B-4BC8-997A-B9292F6EAA79}">
      <dgm:prSet/>
      <dgm:spPr/>
      <dgm:t>
        <a:bodyPr/>
        <a:lstStyle/>
        <a:p>
          <a:endParaRPr lang="es-PE"/>
        </a:p>
      </dgm:t>
    </dgm:pt>
    <dgm:pt modelId="{5BD9D47C-3D46-4F49-9F3F-7C84361B5197}" type="sibTrans" cxnId="{1E9E1DD6-961B-4BC8-997A-B9292F6EAA79}">
      <dgm:prSet/>
      <dgm:spPr/>
      <dgm:t>
        <a:bodyPr/>
        <a:lstStyle/>
        <a:p>
          <a:endParaRPr lang="es-PE"/>
        </a:p>
      </dgm:t>
    </dgm:pt>
    <dgm:pt modelId="{A8245AF8-FF4E-44DC-BD2A-F7381DD05253}">
      <dgm:prSet phldrT="[Texto]" phldr="0" custT="1"/>
      <dgm:spPr/>
      <dgm:t>
        <a:bodyPr/>
        <a:lstStyle/>
        <a:p>
          <a:r>
            <a:rPr lang="es-ES" sz="900" dirty="0"/>
            <a:t>Mapear</a:t>
          </a:r>
        </a:p>
        <a:p>
          <a:r>
            <a:rPr lang="es-PE" sz="900" dirty="0"/>
            <a:t>Validar</a:t>
          </a:r>
        </a:p>
        <a:p>
          <a:r>
            <a:rPr lang="es-PE" sz="900" dirty="0"/>
            <a:t>Preparar</a:t>
          </a:r>
        </a:p>
      </dgm:t>
    </dgm:pt>
    <dgm:pt modelId="{3949EB70-5EEC-45A6-B99E-5170D98A4495}" type="parTrans" cxnId="{310FB5A7-6211-4E61-BA62-B27C587848A4}">
      <dgm:prSet/>
      <dgm:spPr/>
      <dgm:t>
        <a:bodyPr/>
        <a:lstStyle/>
        <a:p>
          <a:endParaRPr lang="es-PE"/>
        </a:p>
      </dgm:t>
    </dgm:pt>
    <dgm:pt modelId="{C1556868-B883-4CE0-B6CD-3DF38DE65449}" type="sibTrans" cxnId="{310FB5A7-6211-4E61-BA62-B27C587848A4}">
      <dgm:prSet/>
      <dgm:spPr/>
      <dgm:t>
        <a:bodyPr/>
        <a:lstStyle/>
        <a:p>
          <a:endParaRPr lang="es-PE"/>
        </a:p>
      </dgm:t>
    </dgm:pt>
    <dgm:pt modelId="{DB8307EB-EB33-44A3-9C8B-92B3DD83BB67}">
      <dgm:prSet phldrT="[Texto]" phldr="0" custT="1"/>
      <dgm:spPr/>
      <dgm:t>
        <a:bodyPr/>
        <a:lstStyle/>
        <a:p>
          <a:r>
            <a:rPr lang="es-ES" sz="900" dirty="0"/>
            <a:t>Mover</a:t>
          </a:r>
        </a:p>
        <a:p>
          <a:r>
            <a:rPr lang="es-PE" sz="900" dirty="0"/>
            <a:t>Transformar</a:t>
          </a:r>
        </a:p>
        <a:p>
          <a:r>
            <a:rPr lang="es-PE" sz="900" dirty="0"/>
            <a:t>Integrar</a:t>
          </a:r>
        </a:p>
        <a:p>
          <a:r>
            <a:rPr lang="es-PE" sz="900" dirty="0"/>
            <a:t>Agregar</a:t>
          </a:r>
        </a:p>
      </dgm:t>
    </dgm:pt>
    <dgm:pt modelId="{7D8C2CBB-325E-46C3-85FA-A1BB902AF6F7}" type="parTrans" cxnId="{2FAC456B-C6A5-40F3-81E2-0E7FB2C38339}">
      <dgm:prSet/>
      <dgm:spPr/>
      <dgm:t>
        <a:bodyPr/>
        <a:lstStyle/>
        <a:p>
          <a:endParaRPr lang="es-PE"/>
        </a:p>
      </dgm:t>
    </dgm:pt>
    <dgm:pt modelId="{DD8F5ECF-0E10-463F-B0F2-D3CF1196D574}" type="sibTrans" cxnId="{2FAC456B-C6A5-40F3-81E2-0E7FB2C38339}">
      <dgm:prSet/>
      <dgm:spPr/>
      <dgm:t>
        <a:bodyPr/>
        <a:lstStyle/>
        <a:p>
          <a:endParaRPr lang="es-PE"/>
        </a:p>
      </dgm:t>
    </dgm:pt>
    <dgm:pt modelId="{24706E00-AB8C-4500-A9ED-58DADC553A43}">
      <dgm:prSet phldrT="[Texto]" phldr="0" custT="1"/>
      <dgm:spPr/>
      <dgm:t>
        <a:bodyPr/>
        <a:lstStyle/>
        <a:p>
          <a:r>
            <a:rPr lang="es-ES" sz="900" dirty="0"/>
            <a:t>Analizar</a:t>
          </a:r>
        </a:p>
        <a:p>
          <a:r>
            <a:rPr lang="es-PE" sz="900" dirty="0"/>
            <a:t>Usar</a:t>
          </a:r>
        </a:p>
      </dgm:t>
    </dgm:pt>
    <dgm:pt modelId="{78C463B5-4D0F-491F-B2B2-D22A224397CA}" type="parTrans" cxnId="{FAFD3BB7-FB61-4639-8C29-E537DBB55E70}">
      <dgm:prSet/>
      <dgm:spPr/>
      <dgm:t>
        <a:bodyPr/>
        <a:lstStyle/>
        <a:p>
          <a:endParaRPr lang="es-PE"/>
        </a:p>
      </dgm:t>
    </dgm:pt>
    <dgm:pt modelId="{7F065387-0477-46B8-BAE9-CC949B9724A8}" type="sibTrans" cxnId="{FAFD3BB7-FB61-4639-8C29-E537DBB55E70}">
      <dgm:prSet/>
      <dgm:spPr/>
      <dgm:t>
        <a:bodyPr/>
        <a:lstStyle/>
        <a:p>
          <a:endParaRPr lang="es-PE"/>
        </a:p>
      </dgm:t>
    </dgm:pt>
    <dgm:pt modelId="{6E292A08-FB6C-49F8-897F-17387061F16B}">
      <dgm:prSet phldrT="[Texto]" phldr="0" custT="1"/>
      <dgm:spPr/>
      <dgm:t>
        <a:bodyPr/>
        <a:lstStyle/>
        <a:p>
          <a:r>
            <a:rPr lang="es-ES" sz="900" dirty="0"/>
            <a:t>Almacenar</a:t>
          </a:r>
        </a:p>
        <a:p>
          <a:r>
            <a:rPr lang="es-PE" sz="900" dirty="0"/>
            <a:t>Archivar</a:t>
          </a:r>
        </a:p>
        <a:p>
          <a:r>
            <a:rPr lang="es-PE" sz="900" dirty="0"/>
            <a:t>Eliminar</a:t>
          </a:r>
        </a:p>
      </dgm:t>
    </dgm:pt>
    <dgm:pt modelId="{CE4D0823-0977-4DD5-870D-6210F908A9AD}" type="parTrans" cxnId="{2764B9C7-E3F7-4110-8AE4-77E9D9136F67}">
      <dgm:prSet/>
      <dgm:spPr/>
      <dgm:t>
        <a:bodyPr/>
        <a:lstStyle/>
        <a:p>
          <a:endParaRPr lang="es-PE"/>
        </a:p>
      </dgm:t>
    </dgm:pt>
    <dgm:pt modelId="{119D9C90-6F0B-40A5-9183-207EB8FDB078}" type="sibTrans" cxnId="{2764B9C7-E3F7-4110-8AE4-77E9D9136F67}">
      <dgm:prSet/>
      <dgm:spPr/>
      <dgm:t>
        <a:bodyPr/>
        <a:lstStyle/>
        <a:p>
          <a:endParaRPr lang="es-PE"/>
        </a:p>
      </dgm:t>
    </dgm:pt>
    <dgm:pt modelId="{D35CF48E-0152-461C-AF0B-721F0EA6A572}">
      <dgm:prSet phldrT="[Texto]" phldr="0" custT="1"/>
      <dgm:spPr/>
      <dgm:t>
        <a:bodyPr/>
        <a:lstStyle/>
        <a:p>
          <a:r>
            <a:rPr lang="es-ES" sz="900" b="1" dirty="0">
              <a:highlight>
                <a:srgbClr val="FFFF00"/>
              </a:highlight>
            </a:rPr>
            <a:t>Validar</a:t>
          </a:r>
        </a:p>
        <a:p>
          <a:r>
            <a:rPr lang="es-PE" sz="900" b="1" dirty="0">
              <a:highlight>
                <a:srgbClr val="FFFF00"/>
              </a:highlight>
            </a:rPr>
            <a:t>Compartir</a:t>
          </a:r>
        </a:p>
        <a:p>
          <a:r>
            <a:rPr lang="es-PE" sz="900" b="1" dirty="0">
              <a:highlight>
                <a:srgbClr val="FFFF00"/>
              </a:highlight>
            </a:rPr>
            <a:t>Entregar</a:t>
          </a:r>
        </a:p>
      </dgm:t>
    </dgm:pt>
    <dgm:pt modelId="{B2E03473-CE39-4774-ABF9-E9C03D8B51DB}" type="parTrans" cxnId="{B46E4420-2BA9-45DA-92EF-3DF021E09A71}">
      <dgm:prSet/>
      <dgm:spPr/>
      <dgm:t>
        <a:bodyPr/>
        <a:lstStyle/>
        <a:p>
          <a:endParaRPr lang="es-PE"/>
        </a:p>
      </dgm:t>
    </dgm:pt>
    <dgm:pt modelId="{EA50C78E-3F2B-45A9-AF6B-799D957CC08B}" type="sibTrans" cxnId="{B46E4420-2BA9-45DA-92EF-3DF021E09A71}">
      <dgm:prSet/>
      <dgm:spPr/>
      <dgm:t>
        <a:bodyPr/>
        <a:lstStyle/>
        <a:p>
          <a:endParaRPr lang="es-PE"/>
        </a:p>
      </dgm:t>
    </dgm:pt>
    <dgm:pt modelId="{42DB7F9B-7EC9-4E7F-9204-C7C2F2BE10C9}" type="pres">
      <dgm:prSet presAssocID="{196CEF9D-FA64-4C4A-A8A4-AFAFEAEBAEA7}" presName="Name0" presStyleCnt="0">
        <dgm:presLayoutVars>
          <dgm:dir/>
          <dgm:animLvl val="lvl"/>
          <dgm:resizeHandles val="exact"/>
        </dgm:presLayoutVars>
      </dgm:prSet>
      <dgm:spPr/>
    </dgm:pt>
    <dgm:pt modelId="{C083F150-E559-4D65-A79C-9BA13AB7741C}" type="pres">
      <dgm:prSet presAssocID="{B298CB62-43D2-4C29-8A30-859C3DC1019F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5385CC57-E7F3-48C9-BA56-9E13B65EE016}" type="pres">
      <dgm:prSet presAssocID="{269D12D4-A3B9-4158-91CA-83DD1015B77E}" presName="parTxOnlySpace" presStyleCnt="0"/>
      <dgm:spPr/>
    </dgm:pt>
    <dgm:pt modelId="{681F424A-F4C1-4A9E-8781-5C0E2DF13542}" type="pres">
      <dgm:prSet presAssocID="{CBBF1FCD-2AA2-4C2F-A17C-D565494E1E82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E2B1B873-0CF9-4F53-817B-D559F2840919}" type="pres">
      <dgm:prSet presAssocID="{F628070C-2894-48B7-AFD3-710C7350009C}" presName="parTxOnlySpace" presStyleCnt="0"/>
      <dgm:spPr/>
    </dgm:pt>
    <dgm:pt modelId="{83DF1333-6A78-485C-A9E1-953A24E6F6DA}" type="pres">
      <dgm:prSet presAssocID="{CB220D77-F89E-437E-AE81-583D43C43591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2E50E8F0-C7C5-45CF-AF1B-E1BB191BBB7C}" type="pres">
      <dgm:prSet presAssocID="{5BD9D47C-3D46-4F49-9F3F-7C84361B5197}" presName="parTxOnlySpace" presStyleCnt="0"/>
      <dgm:spPr/>
    </dgm:pt>
    <dgm:pt modelId="{4FE1025E-586B-42DF-8F79-012726F6F12C}" type="pres">
      <dgm:prSet presAssocID="{A8245AF8-FF4E-44DC-BD2A-F7381DD05253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CB9145CE-6B5A-4027-8976-009EB242E4CD}" type="pres">
      <dgm:prSet presAssocID="{C1556868-B883-4CE0-B6CD-3DF38DE65449}" presName="parTxOnlySpace" presStyleCnt="0"/>
      <dgm:spPr/>
    </dgm:pt>
    <dgm:pt modelId="{1482404C-42F1-4F0B-A067-92B5A95074F5}" type="pres">
      <dgm:prSet presAssocID="{DB8307EB-EB33-44A3-9C8B-92B3DD83BB67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A9EB445A-B08E-4FFE-B99A-91A3058E0C3D}" type="pres">
      <dgm:prSet presAssocID="{DD8F5ECF-0E10-463F-B0F2-D3CF1196D574}" presName="parTxOnlySpace" presStyleCnt="0"/>
      <dgm:spPr/>
    </dgm:pt>
    <dgm:pt modelId="{1761151C-6525-44A6-BEE8-E70735A74FBF}" type="pres">
      <dgm:prSet presAssocID="{D35CF48E-0152-461C-AF0B-721F0EA6A572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AE91C183-79C6-4050-A5C6-16D9FA346F0A}" type="pres">
      <dgm:prSet presAssocID="{EA50C78E-3F2B-45A9-AF6B-799D957CC08B}" presName="parTxOnlySpace" presStyleCnt="0"/>
      <dgm:spPr/>
    </dgm:pt>
    <dgm:pt modelId="{F28EAC6C-4C57-4A99-AF6C-6245744704B1}" type="pres">
      <dgm:prSet presAssocID="{24706E00-AB8C-4500-A9ED-58DADC553A43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8255AC31-D866-4721-96DD-B02012C14DD3}" type="pres">
      <dgm:prSet presAssocID="{7F065387-0477-46B8-BAE9-CC949B9724A8}" presName="parTxOnlySpace" presStyleCnt="0"/>
      <dgm:spPr/>
    </dgm:pt>
    <dgm:pt modelId="{0303BA62-792B-4DAA-93D1-03961A20910D}" type="pres">
      <dgm:prSet presAssocID="{6E292A08-FB6C-49F8-897F-17387061F16B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B46E4420-2BA9-45DA-92EF-3DF021E09A71}" srcId="{196CEF9D-FA64-4C4A-A8A4-AFAFEAEBAEA7}" destId="{D35CF48E-0152-461C-AF0B-721F0EA6A572}" srcOrd="5" destOrd="0" parTransId="{B2E03473-CE39-4774-ABF9-E9C03D8B51DB}" sibTransId="{EA50C78E-3F2B-45A9-AF6B-799D957CC08B}"/>
    <dgm:cxn modelId="{E19F383F-D38D-459D-A217-F8190190B604}" type="presOf" srcId="{CBBF1FCD-2AA2-4C2F-A17C-D565494E1E82}" destId="{681F424A-F4C1-4A9E-8781-5C0E2DF13542}" srcOrd="0" destOrd="0" presId="urn:microsoft.com/office/officeart/2005/8/layout/chevron1"/>
    <dgm:cxn modelId="{2FAC456B-C6A5-40F3-81E2-0E7FB2C38339}" srcId="{196CEF9D-FA64-4C4A-A8A4-AFAFEAEBAEA7}" destId="{DB8307EB-EB33-44A3-9C8B-92B3DD83BB67}" srcOrd="4" destOrd="0" parTransId="{7D8C2CBB-325E-46C3-85FA-A1BB902AF6F7}" sibTransId="{DD8F5ECF-0E10-463F-B0F2-D3CF1196D574}"/>
    <dgm:cxn modelId="{BC675876-303E-4B33-91E8-68699BE990D6}" type="presOf" srcId="{6E292A08-FB6C-49F8-897F-17387061F16B}" destId="{0303BA62-792B-4DAA-93D1-03961A20910D}" srcOrd="0" destOrd="0" presId="urn:microsoft.com/office/officeart/2005/8/layout/chevron1"/>
    <dgm:cxn modelId="{F341257B-9ED1-4919-8A78-DBE54452C16F}" type="presOf" srcId="{D35CF48E-0152-461C-AF0B-721F0EA6A572}" destId="{1761151C-6525-44A6-BEE8-E70735A74FBF}" srcOrd="0" destOrd="0" presId="urn:microsoft.com/office/officeart/2005/8/layout/chevron1"/>
    <dgm:cxn modelId="{119F058A-FF15-4FFA-B529-555C4982DE44}" type="presOf" srcId="{24706E00-AB8C-4500-A9ED-58DADC553A43}" destId="{F28EAC6C-4C57-4A99-AF6C-6245744704B1}" srcOrd="0" destOrd="0" presId="urn:microsoft.com/office/officeart/2005/8/layout/chevron1"/>
    <dgm:cxn modelId="{34D3588E-4EE0-4B0A-87FF-F6F4834C5457}" type="presOf" srcId="{A8245AF8-FF4E-44DC-BD2A-F7381DD05253}" destId="{4FE1025E-586B-42DF-8F79-012726F6F12C}" srcOrd="0" destOrd="0" presId="urn:microsoft.com/office/officeart/2005/8/layout/chevron1"/>
    <dgm:cxn modelId="{EA0E8296-0156-4B59-A902-2A0662FBA900}" type="presOf" srcId="{B298CB62-43D2-4C29-8A30-859C3DC1019F}" destId="{C083F150-E559-4D65-A79C-9BA13AB7741C}" srcOrd="0" destOrd="0" presId="urn:microsoft.com/office/officeart/2005/8/layout/chevron1"/>
    <dgm:cxn modelId="{310FB5A7-6211-4E61-BA62-B27C587848A4}" srcId="{196CEF9D-FA64-4C4A-A8A4-AFAFEAEBAEA7}" destId="{A8245AF8-FF4E-44DC-BD2A-F7381DD05253}" srcOrd="3" destOrd="0" parTransId="{3949EB70-5EEC-45A6-B99E-5170D98A4495}" sibTransId="{C1556868-B883-4CE0-B6CD-3DF38DE65449}"/>
    <dgm:cxn modelId="{3FD4CFB6-2CF4-49AC-AAC8-369C2FE7427C}" type="presOf" srcId="{196CEF9D-FA64-4C4A-A8A4-AFAFEAEBAEA7}" destId="{42DB7F9B-7EC9-4E7F-9204-C7C2F2BE10C9}" srcOrd="0" destOrd="0" presId="urn:microsoft.com/office/officeart/2005/8/layout/chevron1"/>
    <dgm:cxn modelId="{FAFD3BB7-FB61-4639-8C29-E537DBB55E70}" srcId="{196CEF9D-FA64-4C4A-A8A4-AFAFEAEBAEA7}" destId="{24706E00-AB8C-4500-A9ED-58DADC553A43}" srcOrd="6" destOrd="0" parTransId="{78C463B5-4D0F-491F-B2B2-D22A224397CA}" sibTransId="{7F065387-0477-46B8-BAE9-CC949B9724A8}"/>
    <dgm:cxn modelId="{2764B9C7-E3F7-4110-8AE4-77E9D9136F67}" srcId="{196CEF9D-FA64-4C4A-A8A4-AFAFEAEBAEA7}" destId="{6E292A08-FB6C-49F8-897F-17387061F16B}" srcOrd="7" destOrd="0" parTransId="{CE4D0823-0977-4DD5-870D-6210F908A9AD}" sibTransId="{119D9C90-6F0B-40A5-9183-207EB8FDB078}"/>
    <dgm:cxn modelId="{F25337CD-4086-4EDD-99CB-3FB61ABB6020}" srcId="{196CEF9D-FA64-4C4A-A8A4-AFAFEAEBAEA7}" destId="{CBBF1FCD-2AA2-4C2F-A17C-D565494E1E82}" srcOrd="1" destOrd="0" parTransId="{BF4EFBC5-70AF-428C-AEC3-8FBE39E5B392}" sibTransId="{F628070C-2894-48B7-AFD3-710C7350009C}"/>
    <dgm:cxn modelId="{1E9E1DD6-961B-4BC8-997A-B9292F6EAA79}" srcId="{196CEF9D-FA64-4C4A-A8A4-AFAFEAEBAEA7}" destId="{CB220D77-F89E-437E-AE81-583D43C43591}" srcOrd="2" destOrd="0" parTransId="{1A6A9497-5FC3-442C-A672-E01E833EC14E}" sibTransId="{5BD9D47C-3D46-4F49-9F3F-7C84361B5197}"/>
    <dgm:cxn modelId="{15055DDC-F7C2-4069-88B1-4369E8D266E7}" type="presOf" srcId="{DB8307EB-EB33-44A3-9C8B-92B3DD83BB67}" destId="{1482404C-42F1-4F0B-A067-92B5A95074F5}" srcOrd="0" destOrd="0" presId="urn:microsoft.com/office/officeart/2005/8/layout/chevron1"/>
    <dgm:cxn modelId="{F942D1FB-90A8-4452-BCC9-586093DF0E63}" type="presOf" srcId="{CB220D77-F89E-437E-AE81-583D43C43591}" destId="{83DF1333-6A78-485C-A9E1-953A24E6F6DA}" srcOrd="0" destOrd="0" presId="urn:microsoft.com/office/officeart/2005/8/layout/chevron1"/>
    <dgm:cxn modelId="{0BAE90FC-FAF0-46D1-ADB1-87EAB8753897}" srcId="{196CEF9D-FA64-4C4A-A8A4-AFAFEAEBAEA7}" destId="{B298CB62-43D2-4C29-8A30-859C3DC1019F}" srcOrd="0" destOrd="0" parTransId="{D8ABC785-6EB8-4B19-BC55-3D7857522D3F}" sibTransId="{269D12D4-A3B9-4158-91CA-83DD1015B77E}"/>
    <dgm:cxn modelId="{DE8733C4-5A65-4BBD-84DA-CAB8A705BF9A}" type="presParOf" srcId="{42DB7F9B-7EC9-4E7F-9204-C7C2F2BE10C9}" destId="{C083F150-E559-4D65-A79C-9BA13AB7741C}" srcOrd="0" destOrd="0" presId="urn:microsoft.com/office/officeart/2005/8/layout/chevron1"/>
    <dgm:cxn modelId="{A06599BD-4EFB-4D90-B1D0-262692095783}" type="presParOf" srcId="{42DB7F9B-7EC9-4E7F-9204-C7C2F2BE10C9}" destId="{5385CC57-E7F3-48C9-BA56-9E13B65EE016}" srcOrd="1" destOrd="0" presId="urn:microsoft.com/office/officeart/2005/8/layout/chevron1"/>
    <dgm:cxn modelId="{074B6E30-292E-41D4-963F-6CA76E0D1395}" type="presParOf" srcId="{42DB7F9B-7EC9-4E7F-9204-C7C2F2BE10C9}" destId="{681F424A-F4C1-4A9E-8781-5C0E2DF13542}" srcOrd="2" destOrd="0" presId="urn:microsoft.com/office/officeart/2005/8/layout/chevron1"/>
    <dgm:cxn modelId="{45F08305-CD3E-4BD8-B99C-7AA77BEEF9F5}" type="presParOf" srcId="{42DB7F9B-7EC9-4E7F-9204-C7C2F2BE10C9}" destId="{E2B1B873-0CF9-4F53-817B-D559F2840919}" srcOrd="3" destOrd="0" presId="urn:microsoft.com/office/officeart/2005/8/layout/chevron1"/>
    <dgm:cxn modelId="{6E4C5F97-1B91-4E3A-A781-09E7F7C6B041}" type="presParOf" srcId="{42DB7F9B-7EC9-4E7F-9204-C7C2F2BE10C9}" destId="{83DF1333-6A78-485C-A9E1-953A24E6F6DA}" srcOrd="4" destOrd="0" presId="urn:microsoft.com/office/officeart/2005/8/layout/chevron1"/>
    <dgm:cxn modelId="{023367A0-FFE0-473B-9E7E-C40B45F40E30}" type="presParOf" srcId="{42DB7F9B-7EC9-4E7F-9204-C7C2F2BE10C9}" destId="{2E50E8F0-C7C5-45CF-AF1B-E1BB191BBB7C}" srcOrd="5" destOrd="0" presId="urn:microsoft.com/office/officeart/2005/8/layout/chevron1"/>
    <dgm:cxn modelId="{81BA74DA-8D33-463C-866D-06A758C2860B}" type="presParOf" srcId="{42DB7F9B-7EC9-4E7F-9204-C7C2F2BE10C9}" destId="{4FE1025E-586B-42DF-8F79-012726F6F12C}" srcOrd="6" destOrd="0" presId="urn:microsoft.com/office/officeart/2005/8/layout/chevron1"/>
    <dgm:cxn modelId="{9C8547A4-A605-4523-A81E-5EE2AB301226}" type="presParOf" srcId="{42DB7F9B-7EC9-4E7F-9204-C7C2F2BE10C9}" destId="{CB9145CE-6B5A-4027-8976-009EB242E4CD}" srcOrd="7" destOrd="0" presId="urn:microsoft.com/office/officeart/2005/8/layout/chevron1"/>
    <dgm:cxn modelId="{048316DE-7C0D-4617-92E7-AA179077FE06}" type="presParOf" srcId="{42DB7F9B-7EC9-4E7F-9204-C7C2F2BE10C9}" destId="{1482404C-42F1-4F0B-A067-92B5A95074F5}" srcOrd="8" destOrd="0" presId="urn:microsoft.com/office/officeart/2005/8/layout/chevron1"/>
    <dgm:cxn modelId="{31A47DD2-C43A-4E2A-B92B-BDAD6C2F0CD3}" type="presParOf" srcId="{42DB7F9B-7EC9-4E7F-9204-C7C2F2BE10C9}" destId="{A9EB445A-B08E-4FFE-B99A-91A3058E0C3D}" srcOrd="9" destOrd="0" presId="urn:microsoft.com/office/officeart/2005/8/layout/chevron1"/>
    <dgm:cxn modelId="{5C1D8B9C-16D5-4753-B180-4F673E32B7F6}" type="presParOf" srcId="{42DB7F9B-7EC9-4E7F-9204-C7C2F2BE10C9}" destId="{1761151C-6525-44A6-BEE8-E70735A74FBF}" srcOrd="10" destOrd="0" presId="urn:microsoft.com/office/officeart/2005/8/layout/chevron1"/>
    <dgm:cxn modelId="{F970C1CB-75A2-44C1-B30E-E1CAAD0543D2}" type="presParOf" srcId="{42DB7F9B-7EC9-4E7F-9204-C7C2F2BE10C9}" destId="{AE91C183-79C6-4050-A5C6-16D9FA346F0A}" srcOrd="11" destOrd="0" presId="urn:microsoft.com/office/officeart/2005/8/layout/chevron1"/>
    <dgm:cxn modelId="{6FCBA999-7BB3-4B2D-AE9E-48A2C20A6962}" type="presParOf" srcId="{42DB7F9B-7EC9-4E7F-9204-C7C2F2BE10C9}" destId="{F28EAC6C-4C57-4A99-AF6C-6245744704B1}" srcOrd="12" destOrd="0" presId="urn:microsoft.com/office/officeart/2005/8/layout/chevron1"/>
    <dgm:cxn modelId="{987DBA9A-0832-4E96-83D7-D6434FD76379}" type="presParOf" srcId="{42DB7F9B-7EC9-4E7F-9204-C7C2F2BE10C9}" destId="{8255AC31-D866-4721-96DD-B02012C14DD3}" srcOrd="13" destOrd="0" presId="urn:microsoft.com/office/officeart/2005/8/layout/chevron1"/>
    <dgm:cxn modelId="{6D4F6538-AD2F-429D-8293-C6637062D967}" type="presParOf" srcId="{42DB7F9B-7EC9-4E7F-9204-C7C2F2BE10C9}" destId="{0303BA62-792B-4DAA-93D1-03961A20910D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96CEF9D-FA64-4C4A-A8A4-AFAFEAEBAEA7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B298CB62-43D2-4C29-8A30-859C3DC1019F}">
      <dgm:prSet phldrT="[Texto]" phldr="0" custT="1"/>
      <dgm:spPr/>
      <dgm:t>
        <a:bodyPr/>
        <a:lstStyle/>
        <a:p>
          <a:r>
            <a:rPr lang="es-ES" sz="900" b="0" dirty="0"/>
            <a:t>Recopilar requerimientos</a:t>
          </a:r>
          <a:endParaRPr lang="es-PE" sz="900" b="0" dirty="0"/>
        </a:p>
      </dgm:t>
    </dgm:pt>
    <dgm:pt modelId="{D8ABC785-6EB8-4B19-BC55-3D7857522D3F}" type="parTrans" cxnId="{0BAE90FC-FAF0-46D1-ADB1-87EAB8753897}">
      <dgm:prSet/>
      <dgm:spPr/>
      <dgm:t>
        <a:bodyPr/>
        <a:lstStyle/>
        <a:p>
          <a:endParaRPr lang="es-PE"/>
        </a:p>
      </dgm:t>
    </dgm:pt>
    <dgm:pt modelId="{269D12D4-A3B9-4158-91CA-83DD1015B77E}" type="sibTrans" cxnId="{0BAE90FC-FAF0-46D1-ADB1-87EAB8753897}">
      <dgm:prSet/>
      <dgm:spPr/>
      <dgm:t>
        <a:bodyPr/>
        <a:lstStyle/>
        <a:p>
          <a:endParaRPr lang="es-PE"/>
        </a:p>
      </dgm:t>
    </dgm:pt>
    <dgm:pt modelId="{CBBF1FCD-2AA2-4C2F-A17C-D565494E1E82}">
      <dgm:prSet phldrT="[Texto]" phldr="0" custT="1"/>
      <dgm:spPr/>
      <dgm:t>
        <a:bodyPr/>
        <a:lstStyle/>
        <a:p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gm:t>
    </dgm:pt>
    <dgm:pt modelId="{BF4EFBC5-70AF-428C-AEC3-8FBE39E5B392}" type="parTrans" cxnId="{F25337CD-4086-4EDD-99CB-3FB61ABB6020}">
      <dgm:prSet/>
      <dgm:spPr/>
      <dgm:t>
        <a:bodyPr/>
        <a:lstStyle/>
        <a:p>
          <a:endParaRPr lang="es-PE"/>
        </a:p>
      </dgm:t>
    </dgm:pt>
    <dgm:pt modelId="{F628070C-2894-48B7-AFD3-710C7350009C}" type="sibTrans" cxnId="{F25337CD-4086-4EDD-99CB-3FB61ABB6020}">
      <dgm:prSet/>
      <dgm:spPr/>
      <dgm:t>
        <a:bodyPr/>
        <a:lstStyle/>
        <a:p>
          <a:endParaRPr lang="es-PE"/>
        </a:p>
      </dgm:t>
    </dgm:pt>
    <dgm:pt modelId="{CB220D77-F89E-437E-AE81-583D43C43591}">
      <dgm:prSet phldrT="[Texto]" phldr="0" custT="1"/>
      <dgm:spPr/>
      <dgm:t>
        <a:bodyPr/>
        <a:lstStyle/>
        <a:p>
          <a:r>
            <a:rPr lang="es-ES" sz="900" b="0" dirty="0"/>
            <a:t>Crear</a:t>
          </a:r>
          <a:endParaRPr lang="es-PE" sz="900" b="0" dirty="0"/>
        </a:p>
      </dgm:t>
    </dgm:pt>
    <dgm:pt modelId="{1A6A9497-5FC3-442C-A672-E01E833EC14E}" type="parTrans" cxnId="{1E9E1DD6-961B-4BC8-997A-B9292F6EAA79}">
      <dgm:prSet/>
      <dgm:spPr/>
      <dgm:t>
        <a:bodyPr/>
        <a:lstStyle/>
        <a:p>
          <a:endParaRPr lang="es-PE"/>
        </a:p>
      </dgm:t>
    </dgm:pt>
    <dgm:pt modelId="{5BD9D47C-3D46-4F49-9F3F-7C84361B5197}" type="sibTrans" cxnId="{1E9E1DD6-961B-4BC8-997A-B9292F6EAA79}">
      <dgm:prSet/>
      <dgm:spPr/>
      <dgm:t>
        <a:bodyPr/>
        <a:lstStyle/>
        <a:p>
          <a:endParaRPr lang="es-PE"/>
        </a:p>
      </dgm:t>
    </dgm:pt>
    <dgm:pt modelId="{A8245AF8-FF4E-44DC-BD2A-F7381DD05253}">
      <dgm:prSet phldrT="[Texto]" phldr="0" custT="1"/>
      <dgm:spPr/>
      <dgm:t>
        <a:bodyPr/>
        <a:lstStyle/>
        <a:p>
          <a:r>
            <a:rPr lang="es-ES" sz="900" dirty="0"/>
            <a:t>Mapear</a:t>
          </a:r>
        </a:p>
        <a:p>
          <a:r>
            <a:rPr lang="es-PE" sz="900" dirty="0"/>
            <a:t>Validar</a:t>
          </a:r>
        </a:p>
        <a:p>
          <a:r>
            <a:rPr lang="es-PE" sz="900" dirty="0"/>
            <a:t>Preparar</a:t>
          </a:r>
        </a:p>
      </dgm:t>
    </dgm:pt>
    <dgm:pt modelId="{3949EB70-5EEC-45A6-B99E-5170D98A4495}" type="parTrans" cxnId="{310FB5A7-6211-4E61-BA62-B27C587848A4}">
      <dgm:prSet/>
      <dgm:spPr/>
      <dgm:t>
        <a:bodyPr/>
        <a:lstStyle/>
        <a:p>
          <a:endParaRPr lang="es-PE"/>
        </a:p>
      </dgm:t>
    </dgm:pt>
    <dgm:pt modelId="{C1556868-B883-4CE0-B6CD-3DF38DE65449}" type="sibTrans" cxnId="{310FB5A7-6211-4E61-BA62-B27C587848A4}">
      <dgm:prSet/>
      <dgm:spPr/>
      <dgm:t>
        <a:bodyPr/>
        <a:lstStyle/>
        <a:p>
          <a:endParaRPr lang="es-PE"/>
        </a:p>
      </dgm:t>
    </dgm:pt>
    <dgm:pt modelId="{DB8307EB-EB33-44A3-9C8B-92B3DD83BB67}">
      <dgm:prSet phldrT="[Texto]" phldr="0" custT="1"/>
      <dgm:spPr/>
      <dgm:t>
        <a:bodyPr/>
        <a:lstStyle/>
        <a:p>
          <a:r>
            <a:rPr lang="es-ES" sz="900" dirty="0"/>
            <a:t>Mover</a:t>
          </a:r>
        </a:p>
        <a:p>
          <a:r>
            <a:rPr lang="es-PE" sz="900" dirty="0"/>
            <a:t>Transformar</a:t>
          </a:r>
        </a:p>
        <a:p>
          <a:r>
            <a:rPr lang="es-PE" sz="900" dirty="0"/>
            <a:t>Integrar</a:t>
          </a:r>
        </a:p>
        <a:p>
          <a:r>
            <a:rPr lang="es-PE" sz="900" dirty="0"/>
            <a:t>Agregar</a:t>
          </a:r>
        </a:p>
      </dgm:t>
    </dgm:pt>
    <dgm:pt modelId="{7D8C2CBB-325E-46C3-85FA-A1BB902AF6F7}" type="parTrans" cxnId="{2FAC456B-C6A5-40F3-81E2-0E7FB2C38339}">
      <dgm:prSet/>
      <dgm:spPr/>
      <dgm:t>
        <a:bodyPr/>
        <a:lstStyle/>
        <a:p>
          <a:endParaRPr lang="es-PE"/>
        </a:p>
      </dgm:t>
    </dgm:pt>
    <dgm:pt modelId="{DD8F5ECF-0E10-463F-B0F2-D3CF1196D574}" type="sibTrans" cxnId="{2FAC456B-C6A5-40F3-81E2-0E7FB2C38339}">
      <dgm:prSet/>
      <dgm:spPr/>
      <dgm:t>
        <a:bodyPr/>
        <a:lstStyle/>
        <a:p>
          <a:endParaRPr lang="es-PE"/>
        </a:p>
      </dgm:t>
    </dgm:pt>
    <dgm:pt modelId="{24706E00-AB8C-4500-A9ED-58DADC553A43}">
      <dgm:prSet phldrT="[Texto]" phldr="0" custT="1"/>
      <dgm:spPr/>
      <dgm:t>
        <a:bodyPr/>
        <a:lstStyle/>
        <a:p>
          <a:r>
            <a:rPr lang="es-ES" sz="900" b="1" dirty="0">
              <a:highlight>
                <a:srgbClr val="FFFF00"/>
              </a:highlight>
            </a:rPr>
            <a:t>Analizar</a:t>
          </a:r>
        </a:p>
        <a:p>
          <a:r>
            <a:rPr lang="es-PE" sz="900" b="1" dirty="0">
              <a:highlight>
                <a:srgbClr val="FFFF00"/>
              </a:highlight>
            </a:rPr>
            <a:t>Usar</a:t>
          </a:r>
        </a:p>
      </dgm:t>
    </dgm:pt>
    <dgm:pt modelId="{78C463B5-4D0F-491F-B2B2-D22A224397CA}" type="parTrans" cxnId="{FAFD3BB7-FB61-4639-8C29-E537DBB55E70}">
      <dgm:prSet/>
      <dgm:spPr/>
      <dgm:t>
        <a:bodyPr/>
        <a:lstStyle/>
        <a:p>
          <a:endParaRPr lang="es-PE"/>
        </a:p>
      </dgm:t>
    </dgm:pt>
    <dgm:pt modelId="{7F065387-0477-46B8-BAE9-CC949B9724A8}" type="sibTrans" cxnId="{FAFD3BB7-FB61-4639-8C29-E537DBB55E70}">
      <dgm:prSet/>
      <dgm:spPr/>
      <dgm:t>
        <a:bodyPr/>
        <a:lstStyle/>
        <a:p>
          <a:endParaRPr lang="es-PE"/>
        </a:p>
      </dgm:t>
    </dgm:pt>
    <dgm:pt modelId="{6E292A08-FB6C-49F8-897F-17387061F16B}">
      <dgm:prSet phldrT="[Texto]" phldr="0" custT="1"/>
      <dgm:spPr/>
      <dgm:t>
        <a:bodyPr/>
        <a:lstStyle/>
        <a:p>
          <a:r>
            <a:rPr lang="es-ES" sz="900" dirty="0"/>
            <a:t>Almacenar</a:t>
          </a:r>
        </a:p>
        <a:p>
          <a:r>
            <a:rPr lang="es-PE" sz="900" dirty="0"/>
            <a:t>Archivar</a:t>
          </a:r>
        </a:p>
        <a:p>
          <a:r>
            <a:rPr lang="es-PE" sz="900" dirty="0"/>
            <a:t>Eliminar</a:t>
          </a:r>
        </a:p>
      </dgm:t>
    </dgm:pt>
    <dgm:pt modelId="{CE4D0823-0977-4DD5-870D-6210F908A9AD}" type="parTrans" cxnId="{2764B9C7-E3F7-4110-8AE4-77E9D9136F67}">
      <dgm:prSet/>
      <dgm:spPr/>
      <dgm:t>
        <a:bodyPr/>
        <a:lstStyle/>
        <a:p>
          <a:endParaRPr lang="es-PE"/>
        </a:p>
      </dgm:t>
    </dgm:pt>
    <dgm:pt modelId="{119D9C90-6F0B-40A5-9183-207EB8FDB078}" type="sibTrans" cxnId="{2764B9C7-E3F7-4110-8AE4-77E9D9136F67}">
      <dgm:prSet/>
      <dgm:spPr/>
      <dgm:t>
        <a:bodyPr/>
        <a:lstStyle/>
        <a:p>
          <a:endParaRPr lang="es-PE"/>
        </a:p>
      </dgm:t>
    </dgm:pt>
    <dgm:pt modelId="{D35CF48E-0152-461C-AF0B-721F0EA6A572}">
      <dgm:prSet phldrT="[Texto]" phldr="0" custT="1"/>
      <dgm:spPr/>
      <dgm:t>
        <a:bodyPr/>
        <a:lstStyle/>
        <a:p>
          <a:r>
            <a:rPr lang="es-ES" sz="900" dirty="0"/>
            <a:t>Validar</a:t>
          </a:r>
        </a:p>
        <a:p>
          <a:r>
            <a:rPr lang="es-PE" sz="900" dirty="0"/>
            <a:t>Compartir</a:t>
          </a:r>
        </a:p>
        <a:p>
          <a:r>
            <a:rPr lang="es-PE" sz="900" dirty="0"/>
            <a:t>Entregar</a:t>
          </a:r>
        </a:p>
      </dgm:t>
    </dgm:pt>
    <dgm:pt modelId="{B2E03473-CE39-4774-ABF9-E9C03D8B51DB}" type="parTrans" cxnId="{B46E4420-2BA9-45DA-92EF-3DF021E09A71}">
      <dgm:prSet/>
      <dgm:spPr/>
      <dgm:t>
        <a:bodyPr/>
        <a:lstStyle/>
        <a:p>
          <a:endParaRPr lang="es-PE"/>
        </a:p>
      </dgm:t>
    </dgm:pt>
    <dgm:pt modelId="{EA50C78E-3F2B-45A9-AF6B-799D957CC08B}" type="sibTrans" cxnId="{B46E4420-2BA9-45DA-92EF-3DF021E09A71}">
      <dgm:prSet/>
      <dgm:spPr/>
      <dgm:t>
        <a:bodyPr/>
        <a:lstStyle/>
        <a:p>
          <a:endParaRPr lang="es-PE"/>
        </a:p>
      </dgm:t>
    </dgm:pt>
    <dgm:pt modelId="{42DB7F9B-7EC9-4E7F-9204-C7C2F2BE10C9}" type="pres">
      <dgm:prSet presAssocID="{196CEF9D-FA64-4C4A-A8A4-AFAFEAEBAEA7}" presName="Name0" presStyleCnt="0">
        <dgm:presLayoutVars>
          <dgm:dir/>
          <dgm:animLvl val="lvl"/>
          <dgm:resizeHandles val="exact"/>
        </dgm:presLayoutVars>
      </dgm:prSet>
      <dgm:spPr/>
    </dgm:pt>
    <dgm:pt modelId="{C083F150-E559-4D65-A79C-9BA13AB7741C}" type="pres">
      <dgm:prSet presAssocID="{B298CB62-43D2-4C29-8A30-859C3DC1019F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5385CC57-E7F3-48C9-BA56-9E13B65EE016}" type="pres">
      <dgm:prSet presAssocID="{269D12D4-A3B9-4158-91CA-83DD1015B77E}" presName="parTxOnlySpace" presStyleCnt="0"/>
      <dgm:spPr/>
    </dgm:pt>
    <dgm:pt modelId="{681F424A-F4C1-4A9E-8781-5C0E2DF13542}" type="pres">
      <dgm:prSet presAssocID="{CBBF1FCD-2AA2-4C2F-A17C-D565494E1E82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E2B1B873-0CF9-4F53-817B-D559F2840919}" type="pres">
      <dgm:prSet presAssocID="{F628070C-2894-48B7-AFD3-710C7350009C}" presName="parTxOnlySpace" presStyleCnt="0"/>
      <dgm:spPr/>
    </dgm:pt>
    <dgm:pt modelId="{83DF1333-6A78-485C-A9E1-953A24E6F6DA}" type="pres">
      <dgm:prSet presAssocID="{CB220D77-F89E-437E-AE81-583D43C43591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2E50E8F0-C7C5-45CF-AF1B-E1BB191BBB7C}" type="pres">
      <dgm:prSet presAssocID="{5BD9D47C-3D46-4F49-9F3F-7C84361B5197}" presName="parTxOnlySpace" presStyleCnt="0"/>
      <dgm:spPr/>
    </dgm:pt>
    <dgm:pt modelId="{4FE1025E-586B-42DF-8F79-012726F6F12C}" type="pres">
      <dgm:prSet presAssocID="{A8245AF8-FF4E-44DC-BD2A-F7381DD05253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CB9145CE-6B5A-4027-8976-009EB242E4CD}" type="pres">
      <dgm:prSet presAssocID="{C1556868-B883-4CE0-B6CD-3DF38DE65449}" presName="parTxOnlySpace" presStyleCnt="0"/>
      <dgm:spPr/>
    </dgm:pt>
    <dgm:pt modelId="{1482404C-42F1-4F0B-A067-92B5A95074F5}" type="pres">
      <dgm:prSet presAssocID="{DB8307EB-EB33-44A3-9C8B-92B3DD83BB67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A9EB445A-B08E-4FFE-B99A-91A3058E0C3D}" type="pres">
      <dgm:prSet presAssocID="{DD8F5ECF-0E10-463F-B0F2-D3CF1196D574}" presName="parTxOnlySpace" presStyleCnt="0"/>
      <dgm:spPr/>
    </dgm:pt>
    <dgm:pt modelId="{1761151C-6525-44A6-BEE8-E70735A74FBF}" type="pres">
      <dgm:prSet presAssocID="{D35CF48E-0152-461C-AF0B-721F0EA6A572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AE91C183-79C6-4050-A5C6-16D9FA346F0A}" type="pres">
      <dgm:prSet presAssocID="{EA50C78E-3F2B-45A9-AF6B-799D957CC08B}" presName="parTxOnlySpace" presStyleCnt="0"/>
      <dgm:spPr/>
    </dgm:pt>
    <dgm:pt modelId="{F28EAC6C-4C57-4A99-AF6C-6245744704B1}" type="pres">
      <dgm:prSet presAssocID="{24706E00-AB8C-4500-A9ED-58DADC553A43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8255AC31-D866-4721-96DD-B02012C14DD3}" type="pres">
      <dgm:prSet presAssocID="{7F065387-0477-46B8-BAE9-CC949B9724A8}" presName="parTxOnlySpace" presStyleCnt="0"/>
      <dgm:spPr/>
    </dgm:pt>
    <dgm:pt modelId="{0303BA62-792B-4DAA-93D1-03961A20910D}" type="pres">
      <dgm:prSet presAssocID="{6E292A08-FB6C-49F8-897F-17387061F16B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B46E4420-2BA9-45DA-92EF-3DF021E09A71}" srcId="{196CEF9D-FA64-4C4A-A8A4-AFAFEAEBAEA7}" destId="{D35CF48E-0152-461C-AF0B-721F0EA6A572}" srcOrd="5" destOrd="0" parTransId="{B2E03473-CE39-4774-ABF9-E9C03D8B51DB}" sibTransId="{EA50C78E-3F2B-45A9-AF6B-799D957CC08B}"/>
    <dgm:cxn modelId="{E19F383F-D38D-459D-A217-F8190190B604}" type="presOf" srcId="{CBBF1FCD-2AA2-4C2F-A17C-D565494E1E82}" destId="{681F424A-F4C1-4A9E-8781-5C0E2DF13542}" srcOrd="0" destOrd="0" presId="urn:microsoft.com/office/officeart/2005/8/layout/chevron1"/>
    <dgm:cxn modelId="{2FAC456B-C6A5-40F3-81E2-0E7FB2C38339}" srcId="{196CEF9D-FA64-4C4A-A8A4-AFAFEAEBAEA7}" destId="{DB8307EB-EB33-44A3-9C8B-92B3DD83BB67}" srcOrd="4" destOrd="0" parTransId="{7D8C2CBB-325E-46C3-85FA-A1BB902AF6F7}" sibTransId="{DD8F5ECF-0E10-463F-B0F2-D3CF1196D574}"/>
    <dgm:cxn modelId="{BC675876-303E-4B33-91E8-68699BE990D6}" type="presOf" srcId="{6E292A08-FB6C-49F8-897F-17387061F16B}" destId="{0303BA62-792B-4DAA-93D1-03961A20910D}" srcOrd="0" destOrd="0" presId="urn:microsoft.com/office/officeart/2005/8/layout/chevron1"/>
    <dgm:cxn modelId="{F341257B-9ED1-4919-8A78-DBE54452C16F}" type="presOf" srcId="{D35CF48E-0152-461C-AF0B-721F0EA6A572}" destId="{1761151C-6525-44A6-BEE8-E70735A74FBF}" srcOrd="0" destOrd="0" presId="urn:microsoft.com/office/officeart/2005/8/layout/chevron1"/>
    <dgm:cxn modelId="{119F058A-FF15-4FFA-B529-555C4982DE44}" type="presOf" srcId="{24706E00-AB8C-4500-A9ED-58DADC553A43}" destId="{F28EAC6C-4C57-4A99-AF6C-6245744704B1}" srcOrd="0" destOrd="0" presId="urn:microsoft.com/office/officeart/2005/8/layout/chevron1"/>
    <dgm:cxn modelId="{34D3588E-4EE0-4B0A-87FF-F6F4834C5457}" type="presOf" srcId="{A8245AF8-FF4E-44DC-BD2A-F7381DD05253}" destId="{4FE1025E-586B-42DF-8F79-012726F6F12C}" srcOrd="0" destOrd="0" presId="urn:microsoft.com/office/officeart/2005/8/layout/chevron1"/>
    <dgm:cxn modelId="{EA0E8296-0156-4B59-A902-2A0662FBA900}" type="presOf" srcId="{B298CB62-43D2-4C29-8A30-859C3DC1019F}" destId="{C083F150-E559-4D65-A79C-9BA13AB7741C}" srcOrd="0" destOrd="0" presId="urn:microsoft.com/office/officeart/2005/8/layout/chevron1"/>
    <dgm:cxn modelId="{310FB5A7-6211-4E61-BA62-B27C587848A4}" srcId="{196CEF9D-FA64-4C4A-A8A4-AFAFEAEBAEA7}" destId="{A8245AF8-FF4E-44DC-BD2A-F7381DD05253}" srcOrd="3" destOrd="0" parTransId="{3949EB70-5EEC-45A6-B99E-5170D98A4495}" sibTransId="{C1556868-B883-4CE0-B6CD-3DF38DE65449}"/>
    <dgm:cxn modelId="{3FD4CFB6-2CF4-49AC-AAC8-369C2FE7427C}" type="presOf" srcId="{196CEF9D-FA64-4C4A-A8A4-AFAFEAEBAEA7}" destId="{42DB7F9B-7EC9-4E7F-9204-C7C2F2BE10C9}" srcOrd="0" destOrd="0" presId="urn:microsoft.com/office/officeart/2005/8/layout/chevron1"/>
    <dgm:cxn modelId="{FAFD3BB7-FB61-4639-8C29-E537DBB55E70}" srcId="{196CEF9D-FA64-4C4A-A8A4-AFAFEAEBAEA7}" destId="{24706E00-AB8C-4500-A9ED-58DADC553A43}" srcOrd="6" destOrd="0" parTransId="{78C463B5-4D0F-491F-B2B2-D22A224397CA}" sibTransId="{7F065387-0477-46B8-BAE9-CC949B9724A8}"/>
    <dgm:cxn modelId="{2764B9C7-E3F7-4110-8AE4-77E9D9136F67}" srcId="{196CEF9D-FA64-4C4A-A8A4-AFAFEAEBAEA7}" destId="{6E292A08-FB6C-49F8-897F-17387061F16B}" srcOrd="7" destOrd="0" parTransId="{CE4D0823-0977-4DD5-870D-6210F908A9AD}" sibTransId="{119D9C90-6F0B-40A5-9183-207EB8FDB078}"/>
    <dgm:cxn modelId="{F25337CD-4086-4EDD-99CB-3FB61ABB6020}" srcId="{196CEF9D-FA64-4C4A-A8A4-AFAFEAEBAEA7}" destId="{CBBF1FCD-2AA2-4C2F-A17C-D565494E1E82}" srcOrd="1" destOrd="0" parTransId="{BF4EFBC5-70AF-428C-AEC3-8FBE39E5B392}" sibTransId="{F628070C-2894-48B7-AFD3-710C7350009C}"/>
    <dgm:cxn modelId="{1E9E1DD6-961B-4BC8-997A-B9292F6EAA79}" srcId="{196CEF9D-FA64-4C4A-A8A4-AFAFEAEBAEA7}" destId="{CB220D77-F89E-437E-AE81-583D43C43591}" srcOrd="2" destOrd="0" parTransId="{1A6A9497-5FC3-442C-A672-E01E833EC14E}" sibTransId="{5BD9D47C-3D46-4F49-9F3F-7C84361B5197}"/>
    <dgm:cxn modelId="{15055DDC-F7C2-4069-88B1-4369E8D266E7}" type="presOf" srcId="{DB8307EB-EB33-44A3-9C8B-92B3DD83BB67}" destId="{1482404C-42F1-4F0B-A067-92B5A95074F5}" srcOrd="0" destOrd="0" presId="urn:microsoft.com/office/officeart/2005/8/layout/chevron1"/>
    <dgm:cxn modelId="{F942D1FB-90A8-4452-BCC9-586093DF0E63}" type="presOf" srcId="{CB220D77-F89E-437E-AE81-583D43C43591}" destId="{83DF1333-6A78-485C-A9E1-953A24E6F6DA}" srcOrd="0" destOrd="0" presId="urn:microsoft.com/office/officeart/2005/8/layout/chevron1"/>
    <dgm:cxn modelId="{0BAE90FC-FAF0-46D1-ADB1-87EAB8753897}" srcId="{196CEF9D-FA64-4C4A-A8A4-AFAFEAEBAEA7}" destId="{B298CB62-43D2-4C29-8A30-859C3DC1019F}" srcOrd="0" destOrd="0" parTransId="{D8ABC785-6EB8-4B19-BC55-3D7857522D3F}" sibTransId="{269D12D4-A3B9-4158-91CA-83DD1015B77E}"/>
    <dgm:cxn modelId="{DE8733C4-5A65-4BBD-84DA-CAB8A705BF9A}" type="presParOf" srcId="{42DB7F9B-7EC9-4E7F-9204-C7C2F2BE10C9}" destId="{C083F150-E559-4D65-A79C-9BA13AB7741C}" srcOrd="0" destOrd="0" presId="urn:microsoft.com/office/officeart/2005/8/layout/chevron1"/>
    <dgm:cxn modelId="{A06599BD-4EFB-4D90-B1D0-262692095783}" type="presParOf" srcId="{42DB7F9B-7EC9-4E7F-9204-C7C2F2BE10C9}" destId="{5385CC57-E7F3-48C9-BA56-9E13B65EE016}" srcOrd="1" destOrd="0" presId="urn:microsoft.com/office/officeart/2005/8/layout/chevron1"/>
    <dgm:cxn modelId="{074B6E30-292E-41D4-963F-6CA76E0D1395}" type="presParOf" srcId="{42DB7F9B-7EC9-4E7F-9204-C7C2F2BE10C9}" destId="{681F424A-F4C1-4A9E-8781-5C0E2DF13542}" srcOrd="2" destOrd="0" presId="urn:microsoft.com/office/officeart/2005/8/layout/chevron1"/>
    <dgm:cxn modelId="{45F08305-CD3E-4BD8-B99C-7AA77BEEF9F5}" type="presParOf" srcId="{42DB7F9B-7EC9-4E7F-9204-C7C2F2BE10C9}" destId="{E2B1B873-0CF9-4F53-817B-D559F2840919}" srcOrd="3" destOrd="0" presId="urn:microsoft.com/office/officeart/2005/8/layout/chevron1"/>
    <dgm:cxn modelId="{6E4C5F97-1B91-4E3A-A781-09E7F7C6B041}" type="presParOf" srcId="{42DB7F9B-7EC9-4E7F-9204-C7C2F2BE10C9}" destId="{83DF1333-6A78-485C-A9E1-953A24E6F6DA}" srcOrd="4" destOrd="0" presId="urn:microsoft.com/office/officeart/2005/8/layout/chevron1"/>
    <dgm:cxn modelId="{023367A0-FFE0-473B-9E7E-C40B45F40E30}" type="presParOf" srcId="{42DB7F9B-7EC9-4E7F-9204-C7C2F2BE10C9}" destId="{2E50E8F0-C7C5-45CF-AF1B-E1BB191BBB7C}" srcOrd="5" destOrd="0" presId="urn:microsoft.com/office/officeart/2005/8/layout/chevron1"/>
    <dgm:cxn modelId="{81BA74DA-8D33-463C-866D-06A758C2860B}" type="presParOf" srcId="{42DB7F9B-7EC9-4E7F-9204-C7C2F2BE10C9}" destId="{4FE1025E-586B-42DF-8F79-012726F6F12C}" srcOrd="6" destOrd="0" presId="urn:microsoft.com/office/officeart/2005/8/layout/chevron1"/>
    <dgm:cxn modelId="{9C8547A4-A605-4523-A81E-5EE2AB301226}" type="presParOf" srcId="{42DB7F9B-7EC9-4E7F-9204-C7C2F2BE10C9}" destId="{CB9145CE-6B5A-4027-8976-009EB242E4CD}" srcOrd="7" destOrd="0" presId="urn:microsoft.com/office/officeart/2005/8/layout/chevron1"/>
    <dgm:cxn modelId="{048316DE-7C0D-4617-92E7-AA179077FE06}" type="presParOf" srcId="{42DB7F9B-7EC9-4E7F-9204-C7C2F2BE10C9}" destId="{1482404C-42F1-4F0B-A067-92B5A95074F5}" srcOrd="8" destOrd="0" presId="urn:microsoft.com/office/officeart/2005/8/layout/chevron1"/>
    <dgm:cxn modelId="{31A47DD2-C43A-4E2A-B92B-BDAD6C2F0CD3}" type="presParOf" srcId="{42DB7F9B-7EC9-4E7F-9204-C7C2F2BE10C9}" destId="{A9EB445A-B08E-4FFE-B99A-91A3058E0C3D}" srcOrd="9" destOrd="0" presId="urn:microsoft.com/office/officeart/2005/8/layout/chevron1"/>
    <dgm:cxn modelId="{5C1D8B9C-16D5-4753-B180-4F673E32B7F6}" type="presParOf" srcId="{42DB7F9B-7EC9-4E7F-9204-C7C2F2BE10C9}" destId="{1761151C-6525-44A6-BEE8-E70735A74FBF}" srcOrd="10" destOrd="0" presId="urn:microsoft.com/office/officeart/2005/8/layout/chevron1"/>
    <dgm:cxn modelId="{F970C1CB-75A2-44C1-B30E-E1CAAD0543D2}" type="presParOf" srcId="{42DB7F9B-7EC9-4E7F-9204-C7C2F2BE10C9}" destId="{AE91C183-79C6-4050-A5C6-16D9FA346F0A}" srcOrd="11" destOrd="0" presId="urn:microsoft.com/office/officeart/2005/8/layout/chevron1"/>
    <dgm:cxn modelId="{6FCBA999-7BB3-4B2D-AE9E-48A2C20A6962}" type="presParOf" srcId="{42DB7F9B-7EC9-4E7F-9204-C7C2F2BE10C9}" destId="{F28EAC6C-4C57-4A99-AF6C-6245744704B1}" srcOrd="12" destOrd="0" presId="urn:microsoft.com/office/officeart/2005/8/layout/chevron1"/>
    <dgm:cxn modelId="{987DBA9A-0832-4E96-83D7-D6434FD76379}" type="presParOf" srcId="{42DB7F9B-7EC9-4E7F-9204-C7C2F2BE10C9}" destId="{8255AC31-D866-4721-96DD-B02012C14DD3}" srcOrd="13" destOrd="0" presId="urn:microsoft.com/office/officeart/2005/8/layout/chevron1"/>
    <dgm:cxn modelId="{6D4F6538-AD2F-429D-8293-C6637062D967}" type="presParOf" srcId="{42DB7F9B-7EC9-4E7F-9204-C7C2F2BE10C9}" destId="{0303BA62-792B-4DAA-93D1-03961A20910D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96CEF9D-FA64-4C4A-A8A4-AFAFEAEBAEA7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B298CB62-43D2-4C29-8A30-859C3DC1019F}">
      <dgm:prSet phldrT="[Texto]" phldr="0" custT="1"/>
      <dgm:spPr/>
      <dgm:t>
        <a:bodyPr/>
        <a:lstStyle/>
        <a:p>
          <a:r>
            <a:rPr lang="es-ES" sz="900" b="0" dirty="0"/>
            <a:t>Recopilar requerimientos</a:t>
          </a:r>
          <a:endParaRPr lang="es-PE" sz="900" b="0" dirty="0"/>
        </a:p>
      </dgm:t>
    </dgm:pt>
    <dgm:pt modelId="{D8ABC785-6EB8-4B19-BC55-3D7857522D3F}" type="parTrans" cxnId="{0BAE90FC-FAF0-46D1-ADB1-87EAB8753897}">
      <dgm:prSet/>
      <dgm:spPr/>
      <dgm:t>
        <a:bodyPr/>
        <a:lstStyle/>
        <a:p>
          <a:endParaRPr lang="es-PE"/>
        </a:p>
      </dgm:t>
    </dgm:pt>
    <dgm:pt modelId="{269D12D4-A3B9-4158-91CA-83DD1015B77E}" type="sibTrans" cxnId="{0BAE90FC-FAF0-46D1-ADB1-87EAB8753897}">
      <dgm:prSet/>
      <dgm:spPr/>
      <dgm:t>
        <a:bodyPr/>
        <a:lstStyle/>
        <a:p>
          <a:endParaRPr lang="es-PE"/>
        </a:p>
      </dgm:t>
    </dgm:pt>
    <dgm:pt modelId="{CBBF1FCD-2AA2-4C2F-A17C-D565494E1E82}">
      <dgm:prSet phldrT="[Texto]" phldr="0" custT="1"/>
      <dgm:spPr/>
      <dgm:t>
        <a:bodyPr/>
        <a:lstStyle/>
        <a:p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gm:t>
    </dgm:pt>
    <dgm:pt modelId="{BF4EFBC5-70AF-428C-AEC3-8FBE39E5B392}" type="parTrans" cxnId="{F25337CD-4086-4EDD-99CB-3FB61ABB6020}">
      <dgm:prSet/>
      <dgm:spPr/>
      <dgm:t>
        <a:bodyPr/>
        <a:lstStyle/>
        <a:p>
          <a:endParaRPr lang="es-PE"/>
        </a:p>
      </dgm:t>
    </dgm:pt>
    <dgm:pt modelId="{F628070C-2894-48B7-AFD3-710C7350009C}" type="sibTrans" cxnId="{F25337CD-4086-4EDD-99CB-3FB61ABB6020}">
      <dgm:prSet/>
      <dgm:spPr/>
      <dgm:t>
        <a:bodyPr/>
        <a:lstStyle/>
        <a:p>
          <a:endParaRPr lang="es-PE"/>
        </a:p>
      </dgm:t>
    </dgm:pt>
    <dgm:pt modelId="{CB220D77-F89E-437E-AE81-583D43C43591}">
      <dgm:prSet phldrT="[Texto]" phldr="0" custT="1"/>
      <dgm:spPr/>
      <dgm:t>
        <a:bodyPr/>
        <a:lstStyle/>
        <a:p>
          <a:r>
            <a:rPr lang="es-ES" sz="900" b="0" dirty="0"/>
            <a:t>Crear</a:t>
          </a:r>
          <a:endParaRPr lang="es-PE" sz="900" b="0" dirty="0"/>
        </a:p>
      </dgm:t>
    </dgm:pt>
    <dgm:pt modelId="{1A6A9497-5FC3-442C-A672-E01E833EC14E}" type="parTrans" cxnId="{1E9E1DD6-961B-4BC8-997A-B9292F6EAA79}">
      <dgm:prSet/>
      <dgm:spPr/>
      <dgm:t>
        <a:bodyPr/>
        <a:lstStyle/>
        <a:p>
          <a:endParaRPr lang="es-PE"/>
        </a:p>
      </dgm:t>
    </dgm:pt>
    <dgm:pt modelId="{5BD9D47C-3D46-4F49-9F3F-7C84361B5197}" type="sibTrans" cxnId="{1E9E1DD6-961B-4BC8-997A-B9292F6EAA79}">
      <dgm:prSet/>
      <dgm:spPr/>
      <dgm:t>
        <a:bodyPr/>
        <a:lstStyle/>
        <a:p>
          <a:endParaRPr lang="es-PE"/>
        </a:p>
      </dgm:t>
    </dgm:pt>
    <dgm:pt modelId="{A8245AF8-FF4E-44DC-BD2A-F7381DD05253}">
      <dgm:prSet phldrT="[Texto]" phldr="0" custT="1"/>
      <dgm:spPr/>
      <dgm:t>
        <a:bodyPr/>
        <a:lstStyle/>
        <a:p>
          <a:r>
            <a:rPr lang="es-ES" sz="900" dirty="0"/>
            <a:t>Mapear</a:t>
          </a:r>
        </a:p>
        <a:p>
          <a:r>
            <a:rPr lang="es-PE" sz="900" dirty="0"/>
            <a:t>Validar</a:t>
          </a:r>
        </a:p>
        <a:p>
          <a:r>
            <a:rPr lang="es-PE" sz="900" dirty="0"/>
            <a:t>Preparar</a:t>
          </a:r>
        </a:p>
      </dgm:t>
    </dgm:pt>
    <dgm:pt modelId="{3949EB70-5EEC-45A6-B99E-5170D98A4495}" type="parTrans" cxnId="{310FB5A7-6211-4E61-BA62-B27C587848A4}">
      <dgm:prSet/>
      <dgm:spPr/>
      <dgm:t>
        <a:bodyPr/>
        <a:lstStyle/>
        <a:p>
          <a:endParaRPr lang="es-PE"/>
        </a:p>
      </dgm:t>
    </dgm:pt>
    <dgm:pt modelId="{C1556868-B883-4CE0-B6CD-3DF38DE65449}" type="sibTrans" cxnId="{310FB5A7-6211-4E61-BA62-B27C587848A4}">
      <dgm:prSet/>
      <dgm:spPr/>
      <dgm:t>
        <a:bodyPr/>
        <a:lstStyle/>
        <a:p>
          <a:endParaRPr lang="es-PE"/>
        </a:p>
      </dgm:t>
    </dgm:pt>
    <dgm:pt modelId="{DB8307EB-EB33-44A3-9C8B-92B3DD83BB67}">
      <dgm:prSet phldrT="[Texto]" phldr="0" custT="1"/>
      <dgm:spPr/>
      <dgm:t>
        <a:bodyPr/>
        <a:lstStyle/>
        <a:p>
          <a:r>
            <a:rPr lang="es-ES" sz="900" dirty="0"/>
            <a:t>Mover</a:t>
          </a:r>
        </a:p>
        <a:p>
          <a:r>
            <a:rPr lang="es-PE" sz="900" dirty="0"/>
            <a:t>Transformar</a:t>
          </a:r>
        </a:p>
        <a:p>
          <a:r>
            <a:rPr lang="es-PE" sz="900" dirty="0"/>
            <a:t>Integrar</a:t>
          </a:r>
        </a:p>
        <a:p>
          <a:r>
            <a:rPr lang="es-PE" sz="900" dirty="0"/>
            <a:t>Agregar</a:t>
          </a:r>
        </a:p>
      </dgm:t>
    </dgm:pt>
    <dgm:pt modelId="{7D8C2CBB-325E-46C3-85FA-A1BB902AF6F7}" type="parTrans" cxnId="{2FAC456B-C6A5-40F3-81E2-0E7FB2C38339}">
      <dgm:prSet/>
      <dgm:spPr/>
      <dgm:t>
        <a:bodyPr/>
        <a:lstStyle/>
        <a:p>
          <a:endParaRPr lang="es-PE"/>
        </a:p>
      </dgm:t>
    </dgm:pt>
    <dgm:pt modelId="{DD8F5ECF-0E10-463F-B0F2-D3CF1196D574}" type="sibTrans" cxnId="{2FAC456B-C6A5-40F3-81E2-0E7FB2C38339}">
      <dgm:prSet/>
      <dgm:spPr/>
      <dgm:t>
        <a:bodyPr/>
        <a:lstStyle/>
        <a:p>
          <a:endParaRPr lang="es-PE"/>
        </a:p>
      </dgm:t>
    </dgm:pt>
    <dgm:pt modelId="{24706E00-AB8C-4500-A9ED-58DADC553A43}">
      <dgm:prSet phldrT="[Texto]" phldr="0" custT="1"/>
      <dgm:spPr/>
      <dgm:t>
        <a:bodyPr/>
        <a:lstStyle/>
        <a:p>
          <a:r>
            <a:rPr lang="es-ES" sz="900" dirty="0"/>
            <a:t>Analizar</a:t>
          </a:r>
        </a:p>
        <a:p>
          <a:r>
            <a:rPr lang="es-PE" sz="900" dirty="0"/>
            <a:t>Usar</a:t>
          </a:r>
        </a:p>
      </dgm:t>
    </dgm:pt>
    <dgm:pt modelId="{78C463B5-4D0F-491F-B2B2-D22A224397CA}" type="parTrans" cxnId="{FAFD3BB7-FB61-4639-8C29-E537DBB55E70}">
      <dgm:prSet/>
      <dgm:spPr/>
      <dgm:t>
        <a:bodyPr/>
        <a:lstStyle/>
        <a:p>
          <a:endParaRPr lang="es-PE"/>
        </a:p>
      </dgm:t>
    </dgm:pt>
    <dgm:pt modelId="{7F065387-0477-46B8-BAE9-CC949B9724A8}" type="sibTrans" cxnId="{FAFD3BB7-FB61-4639-8C29-E537DBB55E70}">
      <dgm:prSet/>
      <dgm:spPr/>
      <dgm:t>
        <a:bodyPr/>
        <a:lstStyle/>
        <a:p>
          <a:endParaRPr lang="es-PE"/>
        </a:p>
      </dgm:t>
    </dgm:pt>
    <dgm:pt modelId="{6E292A08-FB6C-49F8-897F-17387061F16B}">
      <dgm:prSet phldrT="[Texto]" phldr="0" custT="1"/>
      <dgm:spPr/>
      <dgm:t>
        <a:bodyPr/>
        <a:lstStyle/>
        <a:p>
          <a:r>
            <a:rPr lang="es-ES" sz="900" b="1" dirty="0">
              <a:highlight>
                <a:srgbClr val="FFFF00"/>
              </a:highlight>
            </a:rPr>
            <a:t>Almacenar</a:t>
          </a:r>
        </a:p>
        <a:p>
          <a:r>
            <a:rPr lang="es-PE" sz="900" b="1" dirty="0">
              <a:highlight>
                <a:srgbClr val="FFFF00"/>
              </a:highlight>
            </a:rPr>
            <a:t>Archivar</a:t>
          </a:r>
        </a:p>
        <a:p>
          <a:r>
            <a:rPr lang="es-PE" sz="900" b="1" dirty="0">
              <a:highlight>
                <a:srgbClr val="FFFF00"/>
              </a:highlight>
            </a:rPr>
            <a:t>Eliminar</a:t>
          </a:r>
        </a:p>
      </dgm:t>
    </dgm:pt>
    <dgm:pt modelId="{CE4D0823-0977-4DD5-870D-6210F908A9AD}" type="parTrans" cxnId="{2764B9C7-E3F7-4110-8AE4-77E9D9136F67}">
      <dgm:prSet/>
      <dgm:spPr/>
      <dgm:t>
        <a:bodyPr/>
        <a:lstStyle/>
        <a:p>
          <a:endParaRPr lang="es-PE"/>
        </a:p>
      </dgm:t>
    </dgm:pt>
    <dgm:pt modelId="{119D9C90-6F0B-40A5-9183-207EB8FDB078}" type="sibTrans" cxnId="{2764B9C7-E3F7-4110-8AE4-77E9D9136F67}">
      <dgm:prSet/>
      <dgm:spPr/>
      <dgm:t>
        <a:bodyPr/>
        <a:lstStyle/>
        <a:p>
          <a:endParaRPr lang="es-PE"/>
        </a:p>
      </dgm:t>
    </dgm:pt>
    <dgm:pt modelId="{D35CF48E-0152-461C-AF0B-721F0EA6A572}">
      <dgm:prSet phldrT="[Texto]" phldr="0" custT="1"/>
      <dgm:spPr/>
      <dgm:t>
        <a:bodyPr/>
        <a:lstStyle/>
        <a:p>
          <a:r>
            <a:rPr lang="es-ES" sz="900" dirty="0"/>
            <a:t>Validar</a:t>
          </a:r>
        </a:p>
        <a:p>
          <a:r>
            <a:rPr lang="es-PE" sz="900" dirty="0"/>
            <a:t>Compartir</a:t>
          </a:r>
        </a:p>
        <a:p>
          <a:r>
            <a:rPr lang="es-PE" sz="900" dirty="0"/>
            <a:t>Entregar</a:t>
          </a:r>
        </a:p>
      </dgm:t>
    </dgm:pt>
    <dgm:pt modelId="{B2E03473-CE39-4774-ABF9-E9C03D8B51DB}" type="parTrans" cxnId="{B46E4420-2BA9-45DA-92EF-3DF021E09A71}">
      <dgm:prSet/>
      <dgm:spPr/>
      <dgm:t>
        <a:bodyPr/>
        <a:lstStyle/>
        <a:p>
          <a:endParaRPr lang="es-PE"/>
        </a:p>
      </dgm:t>
    </dgm:pt>
    <dgm:pt modelId="{EA50C78E-3F2B-45A9-AF6B-799D957CC08B}" type="sibTrans" cxnId="{B46E4420-2BA9-45DA-92EF-3DF021E09A71}">
      <dgm:prSet/>
      <dgm:spPr/>
      <dgm:t>
        <a:bodyPr/>
        <a:lstStyle/>
        <a:p>
          <a:endParaRPr lang="es-PE"/>
        </a:p>
      </dgm:t>
    </dgm:pt>
    <dgm:pt modelId="{42DB7F9B-7EC9-4E7F-9204-C7C2F2BE10C9}" type="pres">
      <dgm:prSet presAssocID="{196CEF9D-FA64-4C4A-A8A4-AFAFEAEBAEA7}" presName="Name0" presStyleCnt="0">
        <dgm:presLayoutVars>
          <dgm:dir/>
          <dgm:animLvl val="lvl"/>
          <dgm:resizeHandles val="exact"/>
        </dgm:presLayoutVars>
      </dgm:prSet>
      <dgm:spPr/>
    </dgm:pt>
    <dgm:pt modelId="{C083F150-E559-4D65-A79C-9BA13AB7741C}" type="pres">
      <dgm:prSet presAssocID="{B298CB62-43D2-4C29-8A30-859C3DC1019F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5385CC57-E7F3-48C9-BA56-9E13B65EE016}" type="pres">
      <dgm:prSet presAssocID="{269D12D4-A3B9-4158-91CA-83DD1015B77E}" presName="parTxOnlySpace" presStyleCnt="0"/>
      <dgm:spPr/>
    </dgm:pt>
    <dgm:pt modelId="{681F424A-F4C1-4A9E-8781-5C0E2DF13542}" type="pres">
      <dgm:prSet presAssocID="{CBBF1FCD-2AA2-4C2F-A17C-D565494E1E82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E2B1B873-0CF9-4F53-817B-D559F2840919}" type="pres">
      <dgm:prSet presAssocID="{F628070C-2894-48B7-AFD3-710C7350009C}" presName="parTxOnlySpace" presStyleCnt="0"/>
      <dgm:spPr/>
    </dgm:pt>
    <dgm:pt modelId="{83DF1333-6A78-485C-A9E1-953A24E6F6DA}" type="pres">
      <dgm:prSet presAssocID="{CB220D77-F89E-437E-AE81-583D43C43591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2E50E8F0-C7C5-45CF-AF1B-E1BB191BBB7C}" type="pres">
      <dgm:prSet presAssocID="{5BD9D47C-3D46-4F49-9F3F-7C84361B5197}" presName="parTxOnlySpace" presStyleCnt="0"/>
      <dgm:spPr/>
    </dgm:pt>
    <dgm:pt modelId="{4FE1025E-586B-42DF-8F79-012726F6F12C}" type="pres">
      <dgm:prSet presAssocID="{A8245AF8-FF4E-44DC-BD2A-F7381DD05253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CB9145CE-6B5A-4027-8976-009EB242E4CD}" type="pres">
      <dgm:prSet presAssocID="{C1556868-B883-4CE0-B6CD-3DF38DE65449}" presName="parTxOnlySpace" presStyleCnt="0"/>
      <dgm:spPr/>
    </dgm:pt>
    <dgm:pt modelId="{1482404C-42F1-4F0B-A067-92B5A95074F5}" type="pres">
      <dgm:prSet presAssocID="{DB8307EB-EB33-44A3-9C8B-92B3DD83BB67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A9EB445A-B08E-4FFE-B99A-91A3058E0C3D}" type="pres">
      <dgm:prSet presAssocID="{DD8F5ECF-0E10-463F-B0F2-D3CF1196D574}" presName="parTxOnlySpace" presStyleCnt="0"/>
      <dgm:spPr/>
    </dgm:pt>
    <dgm:pt modelId="{1761151C-6525-44A6-BEE8-E70735A74FBF}" type="pres">
      <dgm:prSet presAssocID="{D35CF48E-0152-461C-AF0B-721F0EA6A572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AE91C183-79C6-4050-A5C6-16D9FA346F0A}" type="pres">
      <dgm:prSet presAssocID="{EA50C78E-3F2B-45A9-AF6B-799D957CC08B}" presName="parTxOnlySpace" presStyleCnt="0"/>
      <dgm:spPr/>
    </dgm:pt>
    <dgm:pt modelId="{F28EAC6C-4C57-4A99-AF6C-6245744704B1}" type="pres">
      <dgm:prSet presAssocID="{24706E00-AB8C-4500-A9ED-58DADC553A43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8255AC31-D866-4721-96DD-B02012C14DD3}" type="pres">
      <dgm:prSet presAssocID="{7F065387-0477-46B8-BAE9-CC949B9724A8}" presName="parTxOnlySpace" presStyleCnt="0"/>
      <dgm:spPr/>
    </dgm:pt>
    <dgm:pt modelId="{0303BA62-792B-4DAA-93D1-03961A20910D}" type="pres">
      <dgm:prSet presAssocID="{6E292A08-FB6C-49F8-897F-17387061F16B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B46E4420-2BA9-45DA-92EF-3DF021E09A71}" srcId="{196CEF9D-FA64-4C4A-A8A4-AFAFEAEBAEA7}" destId="{D35CF48E-0152-461C-AF0B-721F0EA6A572}" srcOrd="5" destOrd="0" parTransId="{B2E03473-CE39-4774-ABF9-E9C03D8B51DB}" sibTransId="{EA50C78E-3F2B-45A9-AF6B-799D957CC08B}"/>
    <dgm:cxn modelId="{E19F383F-D38D-459D-A217-F8190190B604}" type="presOf" srcId="{CBBF1FCD-2AA2-4C2F-A17C-D565494E1E82}" destId="{681F424A-F4C1-4A9E-8781-5C0E2DF13542}" srcOrd="0" destOrd="0" presId="urn:microsoft.com/office/officeart/2005/8/layout/chevron1"/>
    <dgm:cxn modelId="{2FAC456B-C6A5-40F3-81E2-0E7FB2C38339}" srcId="{196CEF9D-FA64-4C4A-A8A4-AFAFEAEBAEA7}" destId="{DB8307EB-EB33-44A3-9C8B-92B3DD83BB67}" srcOrd="4" destOrd="0" parTransId="{7D8C2CBB-325E-46C3-85FA-A1BB902AF6F7}" sibTransId="{DD8F5ECF-0E10-463F-B0F2-D3CF1196D574}"/>
    <dgm:cxn modelId="{BC675876-303E-4B33-91E8-68699BE990D6}" type="presOf" srcId="{6E292A08-FB6C-49F8-897F-17387061F16B}" destId="{0303BA62-792B-4DAA-93D1-03961A20910D}" srcOrd="0" destOrd="0" presId="urn:microsoft.com/office/officeart/2005/8/layout/chevron1"/>
    <dgm:cxn modelId="{F341257B-9ED1-4919-8A78-DBE54452C16F}" type="presOf" srcId="{D35CF48E-0152-461C-AF0B-721F0EA6A572}" destId="{1761151C-6525-44A6-BEE8-E70735A74FBF}" srcOrd="0" destOrd="0" presId="urn:microsoft.com/office/officeart/2005/8/layout/chevron1"/>
    <dgm:cxn modelId="{119F058A-FF15-4FFA-B529-555C4982DE44}" type="presOf" srcId="{24706E00-AB8C-4500-A9ED-58DADC553A43}" destId="{F28EAC6C-4C57-4A99-AF6C-6245744704B1}" srcOrd="0" destOrd="0" presId="urn:microsoft.com/office/officeart/2005/8/layout/chevron1"/>
    <dgm:cxn modelId="{34D3588E-4EE0-4B0A-87FF-F6F4834C5457}" type="presOf" srcId="{A8245AF8-FF4E-44DC-BD2A-F7381DD05253}" destId="{4FE1025E-586B-42DF-8F79-012726F6F12C}" srcOrd="0" destOrd="0" presId="urn:microsoft.com/office/officeart/2005/8/layout/chevron1"/>
    <dgm:cxn modelId="{EA0E8296-0156-4B59-A902-2A0662FBA900}" type="presOf" srcId="{B298CB62-43D2-4C29-8A30-859C3DC1019F}" destId="{C083F150-E559-4D65-A79C-9BA13AB7741C}" srcOrd="0" destOrd="0" presId="urn:microsoft.com/office/officeart/2005/8/layout/chevron1"/>
    <dgm:cxn modelId="{310FB5A7-6211-4E61-BA62-B27C587848A4}" srcId="{196CEF9D-FA64-4C4A-A8A4-AFAFEAEBAEA7}" destId="{A8245AF8-FF4E-44DC-BD2A-F7381DD05253}" srcOrd="3" destOrd="0" parTransId="{3949EB70-5EEC-45A6-B99E-5170D98A4495}" sibTransId="{C1556868-B883-4CE0-B6CD-3DF38DE65449}"/>
    <dgm:cxn modelId="{3FD4CFB6-2CF4-49AC-AAC8-369C2FE7427C}" type="presOf" srcId="{196CEF9D-FA64-4C4A-A8A4-AFAFEAEBAEA7}" destId="{42DB7F9B-7EC9-4E7F-9204-C7C2F2BE10C9}" srcOrd="0" destOrd="0" presId="urn:microsoft.com/office/officeart/2005/8/layout/chevron1"/>
    <dgm:cxn modelId="{FAFD3BB7-FB61-4639-8C29-E537DBB55E70}" srcId="{196CEF9D-FA64-4C4A-A8A4-AFAFEAEBAEA7}" destId="{24706E00-AB8C-4500-A9ED-58DADC553A43}" srcOrd="6" destOrd="0" parTransId="{78C463B5-4D0F-491F-B2B2-D22A224397CA}" sibTransId="{7F065387-0477-46B8-BAE9-CC949B9724A8}"/>
    <dgm:cxn modelId="{2764B9C7-E3F7-4110-8AE4-77E9D9136F67}" srcId="{196CEF9D-FA64-4C4A-A8A4-AFAFEAEBAEA7}" destId="{6E292A08-FB6C-49F8-897F-17387061F16B}" srcOrd="7" destOrd="0" parTransId="{CE4D0823-0977-4DD5-870D-6210F908A9AD}" sibTransId="{119D9C90-6F0B-40A5-9183-207EB8FDB078}"/>
    <dgm:cxn modelId="{F25337CD-4086-4EDD-99CB-3FB61ABB6020}" srcId="{196CEF9D-FA64-4C4A-A8A4-AFAFEAEBAEA7}" destId="{CBBF1FCD-2AA2-4C2F-A17C-D565494E1E82}" srcOrd="1" destOrd="0" parTransId="{BF4EFBC5-70AF-428C-AEC3-8FBE39E5B392}" sibTransId="{F628070C-2894-48B7-AFD3-710C7350009C}"/>
    <dgm:cxn modelId="{1E9E1DD6-961B-4BC8-997A-B9292F6EAA79}" srcId="{196CEF9D-FA64-4C4A-A8A4-AFAFEAEBAEA7}" destId="{CB220D77-F89E-437E-AE81-583D43C43591}" srcOrd="2" destOrd="0" parTransId="{1A6A9497-5FC3-442C-A672-E01E833EC14E}" sibTransId="{5BD9D47C-3D46-4F49-9F3F-7C84361B5197}"/>
    <dgm:cxn modelId="{15055DDC-F7C2-4069-88B1-4369E8D266E7}" type="presOf" srcId="{DB8307EB-EB33-44A3-9C8B-92B3DD83BB67}" destId="{1482404C-42F1-4F0B-A067-92B5A95074F5}" srcOrd="0" destOrd="0" presId="urn:microsoft.com/office/officeart/2005/8/layout/chevron1"/>
    <dgm:cxn modelId="{F942D1FB-90A8-4452-BCC9-586093DF0E63}" type="presOf" srcId="{CB220D77-F89E-437E-AE81-583D43C43591}" destId="{83DF1333-6A78-485C-A9E1-953A24E6F6DA}" srcOrd="0" destOrd="0" presId="urn:microsoft.com/office/officeart/2005/8/layout/chevron1"/>
    <dgm:cxn modelId="{0BAE90FC-FAF0-46D1-ADB1-87EAB8753897}" srcId="{196CEF9D-FA64-4C4A-A8A4-AFAFEAEBAEA7}" destId="{B298CB62-43D2-4C29-8A30-859C3DC1019F}" srcOrd="0" destOrd="0" parTransId="{D8ABC785-6EB8-4B19-BC55-3D7857522D3F}" sibTransId="{269D12D4-A3B9-4158-91CA-83DD1015B77E}"/>
    <dgm:cxn modelId="{DE8733C4-5A65-4BBD-84DA-CAB8A705BF9A}" type="presParOf" srcId="{42DB7F9B-7EC9-4E7F-9204-C7C2F2BE10C9}" destId="{C083F150-E559-4D65-A79C-9BA13AB7741C}" srcOrd="0" destOrd="0" presId="urn:microsoft.com/office/officeart/2005/8/layout/chevron1"/>
    <dgm:cxn modelId="{A06599BD-4EFB-4D90-B1D0-262692095783}" type="presParOf" srcId="{42DB7F9B-7EC9-4E7F-9204-C7C2F2BE10C9}" destId="{5385CC57-E7F3-48C9-BA56-9E13B65EE016}" srcOrd="1" destOrd="0" presId="urn:microsoft.com/office/officeart/2005/8/layout/chevron1"/>
    <dgm:cxn modelId="{074B6E30-292E-41D4-963F-6CA76E0D1395}" type="presParOf" srcId="{42DB7F9B-7EC9-4E7F-9204-C7C2F2BE10C9}" destId="{681F424A-F4C1-4A9E-8781-5C0E2DF13542}" srcOrd="2" destOrd="0" presId="urn:microsoft.com/office/officeart/2005/8/layout/chevron1"/>
    <dgm:cxn modelId="{45F08305-CD3E-4BD8-B99C-7AA77BEEF9F5}" type="presParOf" srcId="{42DB7F9B-7EC9-4E7F-9204-C7C2F2BE10C9}" destId="{E2B1B873-0CF9-4F53-817B-D559F2840919}" srcOrd="3" destOrd="0" presId="urn:microsoft.com/office/officeart/2005/8/layout/chevron1"/>
    <dgm:cxn modelId="{6E4C5F97-1B91-4E3A-A781-09E7F7C6B041}" type="presParOf" srcId="{42DB7F9B-7EC9-4E7F-9204-C7C2F2BE10C9}" destId="{83DF1333-6A78-485C-A9E1-953A24E6F6DA}" srcOrd="4" destOrd="0" presId="urn:microsoft.com/office/officeart/2005/8/layout/chevron1"/>
    <dgm:cxn modelId="{023367A0-FFE0-473B-9E7E-C40B45F40E30}" type="presParOf" srcId="{42DB7F9B-7EC9-4E7F-9204-C7C2F2BE10C9}" destId="{2E50E8F0-C7C5-45CF-AF1B-E1BB191BBB7C}" srcOrd="5" destOrd="0" presId="urn:microsoft.com/office/officeart/2005/8/layout/chevron1"/>
    <dgm:cxn modelId="{81BA74DA-8D33-463C-866D-06A758C2860B}" type="presParOf" srcId="{42DB7F9B-7EC9-4E7F-9204-C7C2F2BE10C9}" destId="{4FE1025E-586B-42DF-8F79-012726F6F12C}" srcOrd="6" destOrd="0" presId="urn:microsoft.com/office/officeart/2005/8/layout/chevron1"/>
    <dgm:cxn modelId="{9C8547A4-A605-4523-A81E-5EE2AB301226}" type="presParOf" srcId="{42DB7F9B-7EC9-4E7F-9204-C7C2F2BE10C9}" destId="{CB9145CE-6B5A-4027-8976-009EB242E4CD}" srcOrd="7" destOrd="0" presId="urn:microsoft.com/office/officeart/2005/8/layout/chevron1"/>
    <dgm:cxn modelId="{048316DE-7C0D-4617-92E7-AA179077FE06}" type="presParOf" srcId="{42DB7F9B-7EC9-4E7F-9204-C7C2F2BE10C9}" destId="{1482404C-42F1-4F0B-A067-92B5A95074F5}" srcOrd="8" destOrd="0" presId="urn:microsoft.com/office/officeart/2005/8/layout/chevron1"/>
    <dgm:cxn modelId="{31A47DD2-C43A-4E2A-B92B-BDAD6C2F0CD3}" type="presParOf" srcId="{42DB7F9B-7EC9-4E7F-9204-C7C2F2BE10C9}" destId="{A9EB445A-B08E-4FFE-B99A-91A3058E0C3D}" srcOrd="9" destOrd="0" presId="urn:microsoft.com/office/officeart/2005/8/layout/chevron1"/>
    <dgm:cxn modelId="{5C1D8B9C-16D5-4753-B180-4F673E32B7F6}" type="presParOf" srcId="{42DB7F9B-7EC9-4E7F-9204-C7C2F2BE10C9}" destId="{1761151C-6525-44A6-BEE8-E70735A74FBF}" srcOrd="10" destOrd="0" presId="urn:microsoft.com/office/officeart/2005/8/layout/chevron1"/>
    <dgm:cxn modelId="{F970C1CB-75A2-44C1-B30E-E1CAAD0543D2}" type="presParOf" srcId="{42DB7F9B-7EC9-4E7F-9204-C7C2F2BE10C9}" destId="{AE91C183-79C6-4050-A5C6-16D9FA346F0A}" srcOrd="11" destOrd="0" presId="urn:microsoft.com/office/officeart/2005/8/layout/chevron1"/>
    <dgm:cxn modelId="{6FCBA999-7BB3-4B2D-AE9E-48A2C20A6962}" type="presParOf" srcId="{42DB7F9B-7EC9-4E7F-9204-C7C2F2BE10C9}" destId="{F28EAC6C-4C57-4A99-AF6C-6245744704B1}" srcOrd="12" destOrd="0" presId="urn:microsoft.com/office/officeart/2005/8/layout/chevron1"/>
    <dgm:cxn modelId="{987DBA9A-0832-4E96-83D7-D6434FD76379}" type="presParOf" srcId="{42DB7F9B-7EC9-4E7F-9204-C7C2F2BE10C9}" destId="{8255AC31-D866-4721-96DD-B02012C14DD3}" srcOrd="13" destOrd="0" presId="urn:microsoft.com/office/officeart/2005/8/layout/chevron1"/>
    <dgm:cxn modelId="{6D4F6538-AD2F-429D-8293-C6637062D967}" type="presParOf" srcId="{42DB7F9B-7EC9-4E7F-9204-C7C2F2BE10C9}" destId="{0303BA62-792B-4DAA-93D1-03961A20910D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96CEF9D-FA64-4C4A-A8A4-AFAFEAEBAEA7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B298CB62-43D2-4C29-8A30-859C3DC1019F}">
      <dgm:prSet phldrT="[Texto]" phldr="0" custT="1"/>
      <dgm:spPr/>
      <dgm:t>
        <a:bodyPr/>
        <a:lstStyle/>
        <a:p>
          <a:r>
            <a:rPr lang="es-ES" sz="900" b="1" dirty="0">
              <a:highlight>
                <a:srgbClr val="FFFF00"/>
              </a:highlight>
            </a:rPr>
            <a:t>Recopilar requerimientos</a:t>
          </a:r>
          <a:endParaRPr lang="es-PE" sz="900" b="1" dirty="0">
            <a:highlight>
              <a:srgbClr val="FFFF00"/>
            </a:highlight>
          </a:endParaRPr>
        </a:p>
      </dgm:t>
    </dgm:pt>
    <dgm:pt modelId="{D8ABC785-6EB8-4B19-BC55-3D7857522D3F}" type="parTrans" cxnId="{0BAE90FC-FAF0-46D1-ADB1-87EAB8753897}">
      <dgm:prSet/>
      <dgm:spPr/>
      <dgm:t>
        <a:bodyPr/>
        <a:lstStyle/>
        <a:p>
          <a:endParaRPr lang="es-PE"/>
        </a:p>
      </dgm:t>
    </dgm:pt>
    <dgm:pt modelId="{269D12D4-A3B9-4158-91CA-83DD1015B77E}" type="sibTrans" cxnId="{0BAE90FC-FAF0-46D1-ADB1-87EAB8753897}">
      <dgm:prSet/>
      <dgm:spPr/>
      <dgm:t>
        <a:bodyPr/>
        <a:lstStyle/>
        <a:p>
          <a:endParaRPr lang="es-PE"/>
        </a:p>
      </dgm:t>
    </dgm:pt>
    <dgm:pt modelId="{CBBF1FCD-2AA2-4C2F-A17C-D565494E1E82}">
      <dgm:prSet phldrT="[Texto]" phldr="0" custT="1"/>
      <dgm:spPr/>
      <dgm:t>
        <a:bodyPr/>
        <a:lstStyle/>
        <a:p>
          <a:r>
            <a:rPr lang="es-ES" sz="900" dirty="0"/>
            <a:t>Modelar</a:t>
          </a:r>
        </a:p>
        <a:p>
          <a:r>
            <a:rPr lang="es-PE" sz="900" dirty="0"/>
            <a:t>Describir</a:t>
          </a:r>
        </a:p>
      </dgm:t>
    </dgm:pt>
    <dgm:pt modelId="{BF4EFBC5-70AF-428C-AEC3-8FBE39E5B392}" type="parTrans" cxnId="{F25337CD-4086-4EDD-99CB-3FB61ABB6020}">
      <dgm:prSet/>
      <dgm:spPr/>
      <dgm:t>
        <a:bodyPr/>
        <a:lstStyle/>
        <a:p>
          <a:endParaRPr lang="es-PE"/>
        </a:p>
      </dgm:t>
    </dgm:pt>
    <dgm:pt modelId="{F628070C-2894-48B7-AFD3-710C7350009C}" type="sibTrans" cxnId="{F25337CD-4086-4EDD-99CB-3FB61ABB6020}">
      <dgm:prSet/>
      <dgm:spPr/>
      <dgm:t>
        <a:bodyPr/>
        <a:lstStyle/>
        <a:p>
          <a:endParaRPr lang="es-PE"/>
        </a:p>
      </dgm:t>
    </dgm:pt>
    <dgm:pt modelId="{CB220D77-F89E-437E-AE81-583D43C43591}">
      <dgm:prSet phldrT="[Texto]" phldr="0" custT="1"/>
      <dgm:spPr/>
      <dgm:t>
        <a:bodyPr/>
        <a:lstStyle/>
        <a:p>
          <a:r>
            <a:rPr lang="es-ES" sz="900" dirty="0"/>
            <a:t>Crear</a:t>
          </a:r>
          <a:endParaRPr lang="es-PE" sz="900" dirty="0"/>
        </a:p>
      </dgm:t>
    </dgm:pt>
    <dgm:pt modelId="{1A6A9497-5FC3-442C-A672-E01E833EC14E}" type="parTrans" cxnId="{1E9E1DD6-961B-4BC8-997A-B9292F6EAA79}">
      <dgm:prSet/>
      <dgm:spPr/>
      <dgm:t>
        <a:bodyPr/>
        <a:lstStyle/>
        <a:p>
          <a:endParaRPr lang="es-PE"/>
        </a:p>
      </dgm:t>
    </dgm:pt>
    <dgm:pt modelId="{5BD9D47C-3D46-4F49-9F3F-7C84361B5197}" type="sibTrans" cxnId="{1E9E1DD6-961B-4BC8-997A-B9292F6EAA79}">
      <dgm:prSet/>
      <dgm:spPr/>
      <dgm:t>
        <a:bodyPr/>
        <a:lstStyle/>
        <a:p>
          <a:endParaRPr lang="es-PE"/>
        </a:p>
      </dgm:t>
    </dgm:pt>
    <dgm:pt modelId="{A8245AF8-FF4E-44DC-BD2A-F7381DD05253}">
      <dgm:prSet phldrT="[Texto]" phldr="0" custT="1"/>
      <dgm:spPr/>
      <dgm:t>
        <a:bodyPr/>
        <a:lstStyle/>
        <a:p>
          <a:r>
            <a:rPr lang="es-ES" sz="900" dirty="0"/>
            <a:t>Mapear</a:t>
          </a:r>
        </a:p>
        <a:p>
          <a:r>
            <a:rPr lang="es-PE" sz="900" dirty="0"/>
            <a:t>Validar</a:t>
          </a:r>
        </a:p>
        <a:p>
          <a:r>
            <a:rPr lang="es-PE" sz="900" dirty="0"/>
            <a:t>Preparar</a:t>
          </a:r>
        </a:p>
      </dgm:t>
    </dgm:pt>
    <dgm:pt modelId="{3949EB70-5EEC-45A6-B99E-5170D98A4495}" type="parTrans" cxnId="{310FB5A7-6211-4E61-BA62-B27C587848A4}">
      <dgm:prSet/>
      <dgm:spPr/>
      <dgm:t>
        <a:bodyPr/>
        <a:lstStyle/>
        <a:p>
          <a:endParaRPr lang="es-PE"/>
        </a:p>
      </dgm:t>
    </dgm:pt>
    <dgm:pt modelId="{C1556868-B883-4CE0-B6CD-3DF38DE65449}" type="sibTrans" cxnId="{310FB5A7-6211-4E61-BA62-B27C587848A4}">
      <dgm:prSet/>
      <dgm:spPr/>
      <dgm:t>
        <a:bodyPr/>
        <a:lstStyle/>
        <a:p>
          <a:endParaRPr lang="es-PE"/>
        </a:p>
      </dgm:t>
    </dgm:pt>
    <dgm:pt modelId="{DB8307EB-EB33-44A3-9C8B-92B3DD83BB67}">
      <dgm:prSet phldrT="[Texto]" phldr="0" custT="1"/>
      <dgm:spPr/>
      <dgm:t>
        <a:bodyPr/>
        <a:lstStyle/>
        <a:p>
          <a:r>
            <a:rPr lang="es-ES" sz="900" dirty="0"/>
            <a:t>Mover</a:t>
          </a:r>
        </a:p>
        <a:p>
          <a:r>
            <a:rPr lang="es-PE" sz="900" dirty="0"/>
            <a:t>Transformar</a:t>
          </a:r>
        </a:p>
        <a:p>
          <a:r>
            <a:rPr lang="es-PE" sz="900" dirty="0"/>
            <a:t>Integrar</a:t>
          </a:r>
        </a:p>
        <a:p>
          <a:r>
            <a:rPr lang="es-PE" sz="900" dirty="0"/>
            <a:t>Agregar</a:t>
          </a:r>
        </a:p>
      </dgm:t>
    </dgm:pt>
    <dgm:pt modelId="{7D8C2CBB-325E-46C3-85FA-A1BB902AF6F7}" type="parTrans" cxnId="{2FAC456B-C6A5-40F3-81E2-0E7FB2C38339}">
      <dgm:prSet/>
      <dgm:spPr/>
      <dgm:t>
        <a:bodyPr/>
        <a:lstStyle/>
        <a:p>
          <a:endParaRPr lang="es-PE"/>
        </a:p>
      </dgm:t>
    </dgm:pt>
    <dgm:pt modelId="{DD8F5ECF-0E10-463F-B0F2-D3CF1196D574}" type="sibTrans" cxnId="{2FAC456B-C6A5-40F3-81E2-0E7FB2C38339}">
      <dgm:prSet/>
      <dgm:spPr/>
      <dgm:t>
        <a:bodyPr/>
        <a:lstStyle/>
        <a:p>
          <a:endParaRPr lang="es-PE"/>
        </a:p>
      </dgm:t>
    </dgm:pt>
    <dgm:pt modelId="{24706E00-AB8C-4500-A9ED-58DADC553A43}">
      <dgm:prSet phldrT="[Texto]" phldr="0" custT="1"/>
      <dgm:spPr/>
      <dgm:t>
        <a:bodyPr/>
        <a:lstStyle/>
        <a:p>
          <a:r>
            <a:rPr lang="es-ES" sz="900" dirty="0"/>
            <a:t>Analizar</a:t>
          </a:r>
        </a:p>
        <a:p>
          <a:r>
            <a:rPr lang="es-PE" sz="900" dirty="0"/>
            <a:t>Usar</a:t>
          </a:r>
        </a:p>
      </dgm:t>
    </dgm:pt>
    <dgm:pt modelId="{78C463B5-4D0F-491F-B2B2-D22A224397CA}" type="parTrans" cxnId="{FAFD3BB7-FB61-4639-8C29-E537DBB55E70}">
      <dgm:prSet/>
      <dgm:spPr/>
      <dgm:t>
        <a:bodyPr/>
        <a:lstStyle/>
        <a:p>
          <a:endParaRPr lang="es-PE"/>
        </a:p>
      </dgm:t>
    </dgm:pt>
    <dgm:pt modelId="{7F065387-0477-46B8-BAE9-CC949B9724A8}" type="sibTrans" cxnId="{FAFD3BB7-FB61-4639-8C29-E537DBB55E70}">
      <dgm:prSet/>
      <dgm:spPr/>
      <dgm:t>
        <a:bodyPr/>
        <a:lstStyle/>
        <a:p>
          <a:endParaRPr lang="es-PE"/>
        </a:p>
      </dgm:t>
    </dgm:pt>
    <dgm:pt modelId="{6E292A08-FB6C-49F8-897F-17387061F16B}">
      <dgm:prSet phldrT="[Texto]" phldr="0" custT="1"/>
      <dgm:spPr/>
      <dgm:t>
        <a:bodyPr/>
        <a:lstStyle/>
        <a:p>
          <a:r>
            <a:rPr lang="es-ES" sz="900" dirty="0"/>
            <a:t>Almacenar</a:t>
          </a:r>
        </a:p>
        <a:p>
          <a:r>
            <a:rPr lang="es-PE" sz="900" dirty="0"/>
            <a:t>Archivar</a:t>
          </a:r>
        </a:p>
        <a:p>
          <a:r>
            <a:rPr lang="es-PE" sz="900" dirty="0"/>
            <a:t>Eliminar</a:t>
          </a:r>
        </a:p>
      </dgm:t>
    </dgm:pt>
    <dgm:pt modelId="{CE4D0823-0977-4DD5-870D-6210F908A9AD}" type="parTrans" cxnId="{2764B9C7-E3F7-4110-8AE4-77E9D9136F67}">
      <dgm:prSet/>
      <dgm:spPr/>
      <dgm:t>
        <a:bodyPr/>
        <a:lstStyle/>
        <a:p>
          <a:endParaRPr lang="es-PE"/>
        </a:p>
      </dgm:t>
    </dgm:pt>
    <dgm:pt modelId="{119D9C90-6F0B-40A5-9183-207EB8FDB078}" type="sibTrans" cxnId="{2764B9C7-E3F7-4110-8AE4-77E9D9136F67}">
      <dgm:prSet/>
      <dgm:spPr/>
      <dgm:t>
        <a:bodyPr/>
        <a:lstStyle/>
        <a:p>
          <a:endParaRPr lang="es-PE"/>
        </a:p>
      </dgm:t>
    </dgm:pt>
    <dgm:pt modelId="{D35CF48E-0152-461C-AF0B-721F0EA6A572}">
      <dgm:prSet phldrT="[Texto]" phldr="0" custT="1"/>
      <dgm:spPr/>
      <dgm:t>
        <a:bodyPr/>
        <a:lstStyle/>
        <a:p>
          <a:r>
            <a:rPr lang="es-ES" sz="900" dirty="0"/>
            <a:t>Validar</a:t>
          </a:r>
        </a:p>
        <a:p>
          <a:r>
            <a:rPr lang="es-PE" sz="900" dirty="0"/>
            <a:t>Compartir</a:t>
          </a:r>
        </a:p>
        <a:p>
          <a:r>
            <a:rPr lang="es-PE" sz="900" dirty="0"/>
            <a:t>Entregar</a:t>
          </a:r>
        </a:p>
      </dgm:t>
    </dgm:pt>
    <dgm:pt modelId="{B2E03473-CE39-4774-ABF9-E9C03D8B51DB}" type="parTrans" cxnId="{B46E4420-2BA9-45DA-92EF-3DF021E09A71}">
      <dgm:prSet/>
      <dgm:spPr/>
      <dgm:t>
        <a:bodyPr/>
        <a:lstStyle/>
        <a:p>
          <a:endParaRPr lang="es-PE"/>
        </a:p>
      </dgm:t>
    </dgm:pt>
    <dgm:pt modelId="{EA50C78E-3F2B-45A9-AF6B-799D957CC08B}" type="sibTrans" cxnId="{B46E4420-2BA9-45DA-92EF-3DF021E09A71}">
      <dgm:prSet/>
      <dgm:spPr/>
      <dgm:t>
        <a:bodyPr/>
        <a:lstStyle/>
        <a:p>
          <a:endParaRPr lang="es-PE"/>
        </a:p>
      </dgm:t>
    </dgm:pt>
    <dgm:pt modelId="{42DB7F9B-7EC9-4E7F-9204-C7C2F2BE10C9}" type="pres">
      <dgm:prSet presAssocID="{196CEF9D-FA64-4C4A-A8A4-AFAFEAEBAEA7}" presName="Name0" presStyleCnt="0">
        <dgm:presLayoutVars>
          <dgm:dir/>
          <dgm:animLvl val="lvl"/>
          <dgm:resizeHandles val="exact"/>
        </dgm:presLayoutVars>
      </dgm:prSet>
      <dgm:spPr/>
    </dgm:pt>
    <dgm:pt modelId="{C083F150-E559-4D65-A79C-9BA13AB7741C}" type="pres">
      <dgm:prSet presAssocID="{B298CB62-43D2-4C29-8A30-859C3DC1019F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5385CC57-E7F3-48C9-BA56-9E13B65EE016}" type="pres">
      <dgm:prSet presAssocID="{269D12D4-A3B9-4158-91CA-83DD1015B77E}" presName="parTxOnlySpace" presStyleCnt="0"/>
      <dgm:spPr/>
    </dgm:pt>
    <dgm:pt modelId="{681F424A-F4C1-4A9E-8781-5C0E2DF13542}" type="pres">
      <dgm:prSet presAssocID="{CBBF1FCD-2AA2-4C2F-A17C-D565494E1E82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E2B1B873-0CF9-4F53-817B-D559F2840919}" type="pres">
      <dgm:prSet presAssocID="{F628070C-2894-48B7-AFD3-710C7350009C}" presName="parTxOnlySpace" presStyleCnt="0"/>
      <dgm:spPr/>
    </dgm:pt>
    <dgm:pt modelId="{83DF1333-6A78-485C-A9E1-953A24E6F6DA}" type="pres">
      <dgm:prSet presAssocID="{CB220D77-F89E-437E-AE81-583D43C43591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2E50E8F0-C7C5-45CF-AF1B-E1BB191BBB7C}" type="pres">
      <dgm:prSet presAssocID="{5BD9D47C-3D46-4F49-9F3F-7C84361B5197}" presName="parTxOnlySpace" presStyleCnt="0"/>
      <dgm:spPr/>
    </dgm:pt>
    <dgm:pt modelId="{4FE1025E-586B-42DF-8F79-012726F6F12C}" type="pres">
      <dgm:prSet presAssocID="{A8245AF8-FF4E-44DC-BD2A-F7381DD05253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CB9145CE-6B5A-4027-8976-009EB242E4CD}" type="pres">
      <dgm:prSet presAssocID="{C1556868-B883-4CE0-B6CD-3DF38DE65449}" presName="parTxOnlySpace" presStyleCnt="0"/>
      <dgm:spPr/>
    </dgm:pt>
    <dgm:pt modelId="{1482404C-42F1-4F0B-A067-92B5A95074F5}" type="pres">
      <dgm:prSet presAssocID="{DB8307EB-EB33-44A3-9C8B-92B3DD83BB67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A9EB445A-B08E-4FFE-B99A-91A3058E0C3D}" type="pres">
      <dgm:prSet presAssocID="{DD8F5ECF-0E10-463F-B0F2-D3CF1196D574}" presName="parTxOnlySpace" presStyleCnt="0"/>
      <dgm:spPr/>
    </dgm:pt>
    <dgm:pt modelId="{1761151C-6525-44A6-BEE8-E70735A74FBF}" type="pres">
      <dgm:prSet presAssocID="{D35CF48E-0152-461C-AF0B-721F0EA6A572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AE91C183-79C6-4050-A5C6-16D9FA346F0A}" type="pres">
      <dgm:prSet presAssocID="{EA50C78E-3F2B-45A9-AF6B-799D957CC08B}" presName="parTxOnlySpace" presStyleCnt="0"/>
      <dgm:spPr/>
    </dgm:pt>
    <dgm:pt modelId="{F28EAC6C-4C57-4A99-AF6C-6245744704B1}" type="pres">
      <dgm:prSet presAssocID="{24706E00-AB8C-4500-A9ED-58DADC553A43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8255AC31-D866-4721-96DD-B02012C14DD3}" type="pres">
      <dgm:prSet presAssocID="{7F065387-0477-46B8-BAE9-CC949B9724A8}" presName="parTxOnlySpace" presStyleCnt="0"/>
      <dgm:spPr/>
    </dgm:pt>
    <dgm:pt modelId="{0303BA62-792B-4DAA-93D1-03961A20910D}" type="pres">
      <dgm:prSet presAssocID="{6E292A08-FB6C-49F8-897F-17387061F16B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B46E4420-2BA9-45DA-92EF-3DF021E09A71}" srcId="{196CEF9D-FA64-4C4A-A8A4-AFAFEAEBAEA7}" destId="{D35CF48E-0152-461C-AF0B-721F0EA6A572}" srcOrd="5" destOrd="0" parTransId="{B2E03473-CE39-4774-ABF9-E9C03D8B51DB}" sibTransId="{EA50C78E-3F2B-45A9-AF6B-799D957CC08B}"/>
    <dgm:cxn modelId="{E19F383F-D38D-459D-A217-F8190190B604}" type="presOf" srcId="{CBBF1FCD-2AA2-4C2F-A17C-D565494E1E82}" destId="{681F424A-F4C1-4A9E-8781-5C0E2DF13542}" srcOrd="0" destOrd="0" presId="urn:microsoft.com/office/officeart/2005/8/layout/chevron1"/>
    <dgm:cxn modelId="{2FAC456B-C6A5-40F3-81E2-0E7FB2C38339}" srcId="{196CEF9D-FA64-4C4A-A8A4-AFAFEAEBAEA7}" destId="{DB8307EB-EB33-44A3-9C8B-92B3DD83BB67}" srcOrd="4" destOrd="0" parTransId="{7D8C2CBB-325E-46C3-85FA-A1BB902AF6F7}" sibTransId="{DD8F5ECF-0E10-463F-B0F2-D3CF1196D574}"/>
    <dgm:cxn modelId="{BC675876-303E-4B33-91E8-68699BE990D6}" type="presOf" srcId="{6E292A08-FB6C-49F8-897F-17387061F16B}" destId="{0303BA62-792B-4DAA-93D1-03961A20910D}" srcOrd="0" destOrd="0" presId="urn:microsoft.com/office/officeart/2005/8/layout/chevron1"/>
    <dgm:cxn modelId="{F341257B-9ED1-4919-8A78-DBE54452C16F}" type="presOf" srcId="{D35CF48E-0152-461C-AF0B-721F0EA6A572}" destId="{1761151C-6525-44A6-BEE8-E70735A74FBF}" srcOrd="0" destOrd="0" presId="urn:microsoft.com/office/officeart/2005/8/layout/chevron1"/>
    <dgm:cxn modelId="{119F058A-FF15-4FFA-B529-555C4982DE44}" type="presOf" srcId="{24706E00-AB8C-4500-A9ED-58DADC553A43}" destId="{F28EAC6C-4C57-4A99-AF6C-6245744704B1}" srcOrd="0" destOrd="0" presId="urn:microsoft.com/office/officeart/2005/8/layout/chevron1"/>
    <dgm:cxn modelId="{34D3588E-4EE0-4B0A-87FF-F6F4834C5457}" type="presOf" srcId="{A8245AF8-FF4E-44DC-BD2A-F7381DD05253}" destId="{4FE1025E-586B-42DF-8F79-012726F6F12C}" srcOrd="0" destOrd="0" presId="urn:microsoft.com/office/officeart/2005/8/layout/chevron1"/>
    <dgm:cxn modelId="{EA0E8296-0156-4B59-A902-2A0662FBA900}" type="presOf" srcId="{B298CB62-43D2-4C29-8A30-859C3DC1019F}" destId="{C083F150-E559-4D65-A79C-9BA13AB7741C}" srcOrd="0" destOrd="0" presId="urn:microsoft.com/office/officeart/2005/8/layout/chevron1"/>
    <dgm:cxn modelId="{310FB5A7-6211-4E61-BA62-B27C587848A4}" srcId="{196CEF9D-FA64-4C4A-A8A4-AFAFEAEBAEA7}" destId="{A8245AF8-FF4E-44DC-BD2A-F7381DD05253}" srcOrd="3" destOrd="0" parTransId="{3949EB70-5EEC-45A6-B99E-5170D98A4495}" sibTransId="{C1556868-B883-4CE0-B6CD-3DF38DE65449}"/>
    <dgm:cxn modelId="{3FD4CFB6-2CF4-49AC-AAC8-369C2FE7427C}" type="presOf" srcId="{196CEF9D-FA64-4C4A-A8A4-AFAFEAEBAEA7}" destId="{42DB7F9B-7EC9-4E7F-9204-C7C2F2BE10C9}" srcOrd="0" destOrd="0" presId="urn:microsoft.com/office/officeart/2005/8/layout/chevron1"/>
    <dgm:cxn modelId="{FAFD3BB7-FB61-4639-8C29-E537DBB55E70}" srcId="{196CEF9D-FA64-4C4A-A8A4-AFAFEAEBAEA7}" destId="{24706E00-AB8C-4500-A9ED-58DADC553A43}" srcOrd="6" destOrd="0" parTransId="{78C463B5-4D0F-491F-B2B2-D22A224397CA}" sibTransId="{7F065387-0477-46B8-BAE9-CC949B9724A8}"/>
    <dgm:cxn modelId="{2764B9C7-E3F7-4110-8AE4-77E9D9136F67}" srcId="{196CEF9D-FA64-4C4A-A8A4-AFAFEAEBAEA7}" destId="{6E292A08-FB6C-49F8-897F-17387061F16B}" srcOrd="7" destOrd="0" parTransId="{CE4D0823-0977-4DD5-870D-6210F908A9AD}" sibTransId="{119D9C90-6F0B-40A5-9183-207EB8FDB078}"/>
    <dgm:cxn modelId="{F25337CD-4086-4EDD-99CB-3FB61ABB6020}" srcId="{196CEF9D-FA64-4C4A-A8A4-AFAFEAEBAEA7}" destId="{CBBF1FCD-2AA2-4C2F-A17C-D565494E1E82}" srcOrd="1" destOrd="0" parTransId="{BF4EFBC5-70AF-428C-AEC3-8FBE39E5B392}" sibTransId="{F628070C-2894-48B7-AFD3-710C7350009C}"/>
    <dgm:cxn modelId="{1E9E1DD6-961B-4BC8-997A-B9292F6EAA79}" srcId="{196CEF9D-FA64-4C4A-A8A4-AFAFEAEBAEA7}" destId="{CB220D77-F89E-437E-AE81-583D43C43591}" srcOrd="2" destOrd="0" parTransId="{1A6A9497-5FC3-442C-A672-E01E833EC14E}" sibTransId="{5BD9D47C-3D46-4F49-9F3F-7C84361B5197}"/>
    <dgm:cxn modelId="{15055DDC-F7C2-4069-88B1-4369E8D266E7}" type="presOf" srcId="{DB8307EB-EB33-44A3-9C8B-92B3DD83BB67}" destId="{1482404C-42F1-4F0B-A067-92B5A95074F5}" srcOrd="0" destOrd="0" presId="urn:microsoft.com/office/officeart/2005/8/layout/chevron1"/>
    <dgm:cxn modelId="{F942D1FB-90A8-4452-BCC9-586093DF0E63}" type="presOf" srcId="{CB220D77-F89E-437E-AE81-583D43C43591}" destId="{83DF1333-6A78-485C-A9E1-953A24E6F6DA}" srcOrd="0" destOrd="0" presId="urn:microsoft.com/office/officeart/2005/8/layout/chevron1"/>
    <dgm:cxn modelId="{0BAE90FC-FAF0-46D1-ADB1-87EAB8753897}" srcId="{196CEF9D-FA64-4C4A-A8A4-AFAFEAEBAEA7}" destId="{B298CB62-43D2-4C29-8A30-859C3DC1019F}" srcOrd="0" destOrd="0" parTransId="{D8ABC785-6EB8-4B19-BC55-3D7857522D3F}" sibTransId="{269D12D4-A3B9-4158-91CA-83DD1015B77E}"/>
    <dgm:cxn modelId="{DE8733C4-5A65-4BBD-84DA-CAB8A705BF9A}" type="presParOf" srcId="{42DB7F9B-7EC9-4E7F-9204-C7C2F2BE10C9}" destId="{C083F150-E559-4D65-A79C-9BA13AB7741C}" srcOrd="0" destOrd="0" presId="urn:microsoft.com/office/officeart/2005/8/layout/chevron1"/>
    <dgm:cxn modelId="{A06599BD-4EFB-4D90-B1D0-262692095783}" type="presParOf" srcId="{42DB7F9B-7EC9-4E7F-9204-C7C2F2BE10C9}" destId="{5385CC57-E7F3-48C9-BA56-9E13B65EE016}" srcOrd="1" destOrd="0" presId="urn:microsoft.com/office/officeart/2005/8/layout/chevron1"/>
    <dgm:cxn modelId="{074B6E30-292E-41D4-963F-6CA76E0D1395}" type="presParOf" srcId="{42DB7F9B-7EC9-4E7F-9204-C7C2F2BE10C9}" destId="{681F424A-F4C1-4A9E-8781-5C0E2DF13542}" srcOrd="2" destOrd="0" presId="urn:microsoft.com/office/officeart/2005/8/layout/chevron1"/>
    <dgm:cxn modelId="{45F08305-CD3E-4BD8-B99C-7AA77BEEF9F5}" type="presParOf" srcId="{42DB7F9B-7EC9-4E7F-9204-C7C2F2BE10C9}" destId="{E2B1B873-0CF9-4F53-817B-D559F2840919}" srcOrd="3" destOrd="0" presId="urn:microsoft.com/office/officeart/2005/8/layout/chevron1"/>
    <dgm:cxn modelId="{6E4C5F97-1B91-4E3A-A781-09E7F7C6B041}" type="presParOf" srcId="{42DB7F9B-7EC9-4E7F-9204-C7C2F2BE10C9}" destId="{83DF1333-6A78-485C-A9E1-953A24E6F6DA}" srcOrd="4" destOrd="0" presId="urn:microsoft.com/office/officeart/2005/8/layout/chevron1"/>
    <dgm:cxn modelId="{023367A0-FFE0-473B-9E7E-C40B45F40E30}" type="presParOf" srcId="{42DB7F9B-7EC9-4E7F-9204-C7C2F2BE10C9}" destId="{2E50E8F0-C7C5-45CF-AF1B-E1BB191BBB7C}" srcOrd="5" destOrd="0" presId="urn:microsoft.com/office/officeart/2005/8/layout/chevron1"/>
    <dgm:cxn modelId="{81BA74DA-8D33-463C-866D-06A758C2860B}" type="presParOf" srcId="{42DB7F9B-7EC9-4E7F-9204-C7C2F2BE10C9}" destId="{4FE1025E-586B-42DF-8F79-012726F6F12C}" srcOrd="6" destOrd="0" presId="urn:microsoft.com/office/officeart/2005/8/layout/chevron1"/>
    <dgm:cxn modelId="{9C8547A4-A605-4523-A81E-5EE2AB301226}" type="presParOf" srcId="{42DB7F9B-7EC9-4E7F-9204-C7C2F2BE10C9}" destId="{CB9145CE-6B5A-4027-8976-009EB242E4CD}" srcOrd="7" destOrd="0" presId="urn:microsoft.com/office/officeart/2005/8/layout/chevron1"/>
    <dgm:cxn modelId="{048316DE-7C0D-4617-92E7-AA179077FE06}" type="presParOf" srcId="{42DB7F9B-7EC9-4E7F-9204-C7C2F2BE10C9}" destId="{1482404C-42F1-4F0B-A067-92B5A95074F5}" srcOrd="8" destOrd="0" presId="urn:microsoft.com/office/officeart/2005/8/layout/chevron1"/>
    <dgm:cxn modelId="{31A47DD2-C43A-4E2A-B92B-BDAD6C2F0CD3}" type="presParOf" srcId="{42DB7F9B-7EC9-4E7F-9204-C7C2F2BE10C9}" destId="{A9EB445A-B08E-4FFE-B99A-91A3058E0C3D}" srcOrd="9" destOrd="0" presId="urn:microsoft.com/office/officeart/2005/8/layout/chevron1"/>
    <dgm:cxn modelId="{5C1D8B9C-16D5-4753-B180-4F673E32B7F6}" type="presParOf" srcId="{42DB7F9B-7EC9-4E7F-9204-C7C2F2BE10C9}" destId="{1761151C-6525-44A6-BEE8-E70735A74FBF}" srcOrd="10" destOrd="0" presId="urn:microsoft.com/office/officeart/2005/8/layout/chevron1"/>
    <dgm:cxn modelId="{F970C1CB-75A2-44C1-B30E-E1CAAD0543D2}" type="presParOf" srcId="{42DB7F9B-7EC9-4E7F-9204-C7C2F2BE10C9}" destId="{AE91C183-79C6-4050-A5C6-16D9FA346F0A}" srcOrd="11" destOrd="0" presId="urn:microsoft.com/office/officeart/2005/8/layout/chevron1"/>
    <dgm:cxn modelId="{6FCBA999-7BB3-4B2D-AE9E-48A2C20A6962}" type="presParOf" srcId="{42DB7F9B-7EC9-4E7F-9204-C7C2F2BE10C9}" destId="{F28EAC6C-4C57-4A99-AF6C-6245744704B1}" srcOrd="12" destOrd="0" presId="urn:microsoft.com/office/officeart/2005/8/layout/chevron1"/>
    <dgm:cxn modelId="{987DBA9A-0832-4E96-83D7-D6434FD76379}" type="presParOf" srcId="{42DB7F9B-7EC9-4E7F-9204-C7C2F2BE10C9}" destId="{8255AC31-D866-4721-96DD-B02012C14DD3}" srcOrd="13" destOrd="0" presId="urn:microsoft.com/office/officeart/2005/8/layout/chevron1"/>
    <dgm:cxn modelId="{6D4F6538-AD2F-429D-8293-C6637062D967}" type="presParOf" srcId="{42DB7F9B-7EC9-4E7F-9204-C7C2F2BE10C9}" destId="{0303BA62-792B-4DAA-93D1-03961A20910D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96CEF9D-FA64-4C4A-A8A4-AFAFEAEBAEA7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B298CB62-43D2-4C29-8A30-859C3DC1019F}">
      <dgm:prSet phldrT="[Texto]" phldr="0" custT="1"/>
      <dgm:spPr/>
      <dgm:t>
        <a:bodyPr/>
        <a:lstStyle/>
        <a:p>
          <a:r>
            <a:rPr lang="es-ES" sz="900" b="0" dirty="0"/>
            <a:t>Recopilar requerimientos</a:t>
          </a:r>
          <a:endParaRPr lang="es-PE" sz="900" b="0" dirty="0"/>
        </a:p>
      </dgm:t>
    </dgm:pt>
    <dgm:pt modelId="{D8ABC785-6EB8-4B19-BC55-3D7857522D3F}" type="parTrans" cxnId="{0BAE90FC-FAF0-46D1-ADB1-87EAB8753897}">
      <dgm:prSet/>
      <dgm:spPr/>
      <dgm:t>
        <a:bodyPr/>
        <a:lstStyle/>
        <a:p>
          <a:endParaRPr lang="es-PE"/>
        </a:p>
      </dgm:t>
    </dgm:pt>
    <dgm:pt modelId="{269D12D4-A3B9-4158-91CA-83DD1015B77E}" type="sibTrans" cxnId="{0BAE90FC-FAF0-46D1-ADB1-87EAB8753897}">
      <dgm:prSet/>
      <dgm:spPr/>
      <dgm:t>
        <a:bodyPr/>
        <a:lstStyle/>
        <a:p>
          <a:endParaRPr lang="es-PE"/>
        </a:p>
      </dgm:t>
    </dgm:pt>
    <dgm:pt modelId="{CBBF1FCD-2AA2-4C2F-A17C-D565494E1E82}">
      <dgm:prSet phldrT="[Texto]" phldr="0" custT="1"/>
      <dgm:spPr/>
      <dgm:t>
        <a:bodyPr/>
        <a:lstStyle/>
        <a:p>
          <a:r>
            <a:rPr lang="es-ES" sz="9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highlight>
                <a:srgbClr val="FFFF00"/>
              </a:highlight>
              <a:latin typeface="Calibri" panose="020F0502020204030204"/>
              <a:ea typeface="+mn-ea"/>
              <a:cs typeface="+mn-cs"/>
            </a:rPr>
            <a:t>Modelar</a:t>
          </a:r>
        </a:p>
        <a:p>
          <a:r>
            <a:rPr lang="es-PE" sz="9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highlight>
                <a:srgbClr val="FFFF00"/>
              </a:highlight>
              <a:latin typeface="Calibri" panose="020F0502020204030204"/>
              <a:ea typeface="+mn-ea"/>
              <a:cs typeface="+mn-cs"/>
            </a:rPr>
            <a:t>Describir</a:t>
          </a:r>
        </a:p>
      </dgm:t>
    </dgm:pt>
    <dgm:pt modelId="{BF4EFBC5-70AF-428C-AEC3-8FBE39E5B392}" type="parTrans" cxnId="{F25337CD-4086-4EDD-99CB-3FB61ABB6020}">
      <dgm:prSet/>
      <dgm:spPr/>
      <dgm:t>
        <a:bodyPr/>
        <a:lstStyle/>
        <a:p>
          <a:endParaRPr lang="es-PE"/>
        </a:p>
      </dgm:t>
    </dgm:pt>
    <dgm:pt modelId="{F628070C-2894-48B7-AFD3-710C7350009C}" type="sibTrans" cxnId="{F25337CD-4086-4EDD-99CB-3FB61ABB6020}">
      <dgm:prSet/>
      <dgm:spPr/>
      <dgm:t>
        <a:bodyPr/>
        <a:lstStyle/>
        <a:p>
          <a:endParaRPr lang="es-PE"/>
        </a:p>
      </dgm:t>
    </dgm:pt>
    <dgm:pt modelId="{CB220D77-F89E-437E-AE81-583D43C43591}">
      <dgm:prSet phldrT="[Texto]" phldr="0" custT="1"/>
      <dgm:spPr/>
      <dgm:t>
        <a:bodyPr/>
        <a:lstStyle/>
        <a:p>
          <a:r>
            <a:rPr lang="es-ES" sz="900" dirty="0"/>
            <a:t>Crear</a:t>
          </a:r>
          <a:endParaRPr lang="es-PE" sz="900" dirty="0"/>
        </a:p>
      </dgm:t>
    </dgm:pt>
    <dgm:pt modelId="{1A6A9497-5FC3-442C-A672-E01E833EC14E}" type="parTrans" cxnId="{1E9E1DD6-961B-4BC8-997A-B9292F6EAA79}">
      <dgm:prSet/>
      <dgm:spPr/>
      <dgm:t>
        <a:bodyPr/>
        <a:lstStyle/>
        <a:p>
          <a:endParaRPr lang="es-PE"/>
        </a:p>
      </dgm:t>
    </dgm:pt>
    <dgm:pt modelId="{5BD9D47C-3D46-4F49-9F3F-7C84361B5197}" type="sibTrans" cxnId="{1E9E1DD6-961B-4BC8-997A-B9292F6EAA79}">
      <dgm:prSet/>
      <dgm:spPr/>
      <dgm:t>
        <a:bodyPr/>
        <a:lstStyle/>
        <a:p>
          <a:endParaRPr lang="es-PE"/>
        </a:p>
      </dgm:t>
    </dgm:pt>
    <dgm:pt modelId="{A8245AF8-FF4E-44DC-BD2A-F7381DD05253}">
      <dgm:prSet phldrT="[Texto]" phldr="0" custT="1"/>
      <dgm:spPr/>
      <dgm:t>
        <a:bodyPr/>
        <a:lstStyle/>
        <a:p>
          <a:r>
            <a:rPr lang="es-ES" sz="900" dirty="0"/>
            <a:t>Mapear</a:t>
          </a:r>
        </a:p>
        <a:p>
          <a:r>
            <a:rPr lang="es-PE" sz="900" dirty="0"/>
            <a:t>Validar</a:t>
          </a:r>
        </a:p>
        <a:p>
          <a:r>
            <a:rPr lang="es-PE" sz="900" dirty="0"/>
            <a:t>Preparar</a:t>
          </a:r>
        </a:p>
      </dgm:t>
    </dgm:pt>
    <dgm:pt modelId="{3949EB70-5EEC-45A6-B99E-5170D98A4495}" type="parTrans" cxnId="{310FB5A7-6211-4E61-BA62-B27C587848A4}">
      <dgm:prSet/>
      <dgm:spPr/>
      <dgm:t>
        <a:bodyPr/>
        <a:lstStyle/>
        <a:p>
          <a:endParaRPr lang="es-PE"/>
        </a:p>
      </dgm:t>
    </dgm:pt>
    <dgm:pt modelId="{C1556868-B883-4CE0-B6CD-3DF38DE65449}" type="sibTrans" cxnId="{310FB5A7-6211-4E61-BA62-B27C587848A4}">
      <dgm:prSet/>
      <dgm:spPr/>
      <dgm:t>
        <a:bodyPr/>
        <a:lstStyle/>
        <a:p>
          <a:endParaRPr lang="es-PE"/>
        </a:p>
      </dgm:t>
    </dgm:pt>
    <dgm:pt modelId="{DB8307EB-EB33-44A3-9C8B-92B3DD83BB67}">
      <dgm:prSet phldrT="[Texto]" phldr="0" custT="1"/>
      <dgm:spPr/>
      <dgm:t>
        <a:bodyPr/>
        <a:lstStyle/>
        <a:p>
          <a:r>
            <a:rPr lang="es-ES" sz="900" dirty="0"/>
            <a:t>Mover</a:t>
          </a:r>
        </a:p>
        <a:p>
          <a:r>
            <a:rPr lang="es-PE" sz="900" dirty="0"/>
            <a:t>Transformar</a:t>
          </a:r>
        </a:p>
        <a:p>
          <a:r>
            <a:rPr lang="es-PE" sz="900" dirty="0"/>
            <a:t>Integrar</a:t>
          </a:r>
        </a:p>
        <a:p>
          <a:r>
            <a:rPr lang="es-PE" sz="900" dirty="0"/>
            <a:t>Agregar</a:t>
          </a:r>
        </a:p>
      </dgm:t>
    </dgm:pt>
    <dgm:pt modelId="{7D8C2CBB-325E-46C3-85FA-A1BB902AF6F7}" type="parTrans" cxnId="{2FAC456B-C6A5-40F3-81E2-0E7FB2C38339}">
      <dgm:prSet/>
      <dgm:spPr/>
      <dgm:t>
        <a:bodyPr/>
        <a:lstStyle/>
        <a:p>
          <a:endParaRPr lang="es-PE"/>
        </a:p>
      </dgm:t>
    </dgm:pt>
    <dgm:pt modelId="{DD8F5ECF-0E10-463F-B0F2-D3CF1196D574}" type="sibTrans" cxnId="{2FAC456B-C6A5-40F3-81E2-0E7FB2C38339}">
      <dgm:prSet/>
      <dgm:spPr/>
      <dgm:t>
        <a:bodyPr/>
        <a:lstStyle/>
        <a:p>
          <a:endParaRPr lang="es-PE"/>
        </a:p>
      </dgm:t>
    </dgm:pt>
    <dgm:pt modelId="{24706E00-AB8C-4500-A9ED-58DADC553A43}">
      <dgm:prSet phldrT="[Texto]" phldr="0" custT="1"/>
      <dgm:spPr/>
      <dgm:t>
        <a:bodyPr/>
        <a:lstStyle/>
        <a:p>
          <a:r>
            <a:rPr lang="es-ES" sz="900" dirty="0"/>
            <a:t>Analizar</a:t>
          </a:r>
        </a:p>
        <a:p>
          <a:r>
            <a:rPr lang="es-PE" sz="900" dirty="0"/>
            <a:t>Usar</a:t>
          </a:r>
        </a:p>
      </dgm:t>
    </dgm:pt>
    <dgm:pt modelId="{78C463B5-4D0F-491F-B2B2-D22A224397CA}" type="parTrans" cxnId="{FAFD3BB7-FB61-4639-8C29-E537DBB55E70}">
      <dgm:prSet/>
      <dgm:spPr/>
      <dgm:t>
        <a:bodyPr/>
        <a:lstStyle/>
        <a:p>
          <a:endParaRPr lang="es-PE"/>
        </a:p>
      </dgm:t>
    </dgm:pt>
    <dgm:pt modelId="{7F065387-0477-46B8-BAE9-CC949B9724A8}" type="sibTrans" cxnId="{FAFD3BB7-FB61-4639-8C29-E537DBB55E70}">
      <dgm:prSet/>
      <dgm:spPr/>
      <dgm:t>
        <a:bodyPr/>
        <a:lstStyle/>
        <a:p>
          <a:endParaRPr lang="es-PE"/>
        </a:p>
      </dgm:t>
    </dgm:pt>
    <dgm:pt modelId="{6E292A08-FB6C-49F8-897F-17387061F16B}">
      <dgm:prSet phldrT="[Texto]" phldr="0" custT="1"/>
      <dgm:spPr/>
      <dgm:t>
        <a:bodyPr/>
        <a:lstStyle/>
        <a:p>
          <a:r>
            <a:rPr lang="es-ES" sz="900" dirty="0"/>
            <a:t>Almacenar</a:t>
          </a:r>
        </a:p>
        <a:p>
          <a:r>
            <a:rPr lang="es-PE" sz="900" dirty="0"/>
            <a:t>Archivar</a:t>
          </a:r>
        </a:p>
        <a:p>
          <a:r>
            <a:rPr lang="es-PE" sz="900" dirty="0"/>
            <a:t>Eliminar</a:t>
          </a:r>
        </a:p>
      </dgm:t>
    </dgm:pt>
    <dgm:pt modelId="{CE4D0823-0977-4DD5-870D-6210F908A9AD}" type="parTrans" cxnId="{2764B9C7-E3F7-4110-8AE4-77E9D9136F67}">
      <dgm:prSet/>
      <dgm:spPr/>
      <dgm:t>
        <a:bodyPr/>
        <a:lstStyle/>
        <a:p>
          <a:endParaRPr lang="es-PE"/>
        </a:p>
      </dgm:t>
    </dgm:pt>
    <dgm:pt modelId="{119D9C90-6F0B-40A5-9183-207EB8FDB078}" type="sibTrans" cxnId="{2764B9C7-E3F7-4110-8AE4-77E9D9136F67}">
      <dgm:prSet/>
      <dgm:spPr/>
      <dgm:t>
        <a:bodyPr/>
        <a:lstStyle/>
        <a:p>
          <a:endParaRPr lang="es-PE"/>
        </a:p>
      </dgm:t>
    </dgm:pt>
    <dgm:pt modelId="{D35CF48E-0152-461C-AF0B-721F0EA6A572}">
      <dgm:prSet phldrT="[Texto]" phldr="0" custT="1"/>
      <dgm:spPr/>
      <dgm:t>
        <a:bodyPr/>
        <a:lstStyle/>
        <a:p>
          <a:r>
            <a:rPr lang="es-ES" sz="900" dirty="0"/>
            <a:t>Validar</a:t>
          </a:r>
        </a:p>
        <a:p>
          <a:r>
            <a:rPr lang="es-PE" sz="900" dirty="0"/>
            <a:t>Compartir</a:t>
          </a:r>
        </a:p>
        <a:p>
          <a:r>
            <a:rPr lang="es-PE" sz="900" dirty="0"/>
            <a:t>Entregar</a:t>
          </a:r>
        </a:p>
      </dgm:t>
    </dgm:pt>
    <dgm:pt modelId="{B2E03473-CE39-4774-ABF9-E9C03D8B51DB}" type="parTrans" cxnId="{B46E4420-2BA9-45DA-92EF-3DF021E09A71}">
      <dgm:prSet/>
      <dgm:spPr/>
      <dgm:t>
        <a:bodyPr/>
        <a:lstStyle/>
        <a:p>
          <a:endParaRPr lang="es-PE"/>
        </a:p>
      </dgm:t>
    </dgm:pt>
    <dgm:pt modelId="{EA50C78E-3F2B-45A9-AF6B-799D957CC08B}" type="sibTrans" cxnId="{B46E4420-2BA9-45DA-92EF-3DF021E09A71}">
      <dgm:prSet/>
      <dgm:spPr/>
      <dgm:t>
        <a:bodyPr/>
        <a:lstStyle/>
        <a:p>
          <a:endParaRPr lang="es-PE"/>
        </a:p>
      </dgm:t>
    </dgm:pt>
    <dgm:pt modelId="{42DB7F9B-7EC9-4E7F-9204-C7C2F2BE10C9}" type="pres">
      <dgm:prSet presAssocID="{196CEF9D-FA64-4C4A-A8A4-AFAFEAEBAEA7}" presName="Name0" presStyleCnt="0">
        <dgm:presLayoutVars>
          <dgm:dir/>
          <dgm:animLvl val="lvl"/>
          <dgm:resizeHandles val="exact"/>
        </dgm:presLayoutVars>
      </dgm:prSet>
      <dgm:spPr/>
    </dgm:pt>
    <dgm:pt modelId="{C083F150-E559-4D65-A79C-9BA13AB7741C}" type="pres">
      <dgm:prSet presAssocID="{B298CB62-43D2-4C29-8A30-859C3DC1019F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5385CC57-E7F3-48C9-BA56-9E13B65EE016}" type="pres">
      <dgm:prSet presAssocID="{269D12D4-A3B9-4158-91CA-83DD1015B77E}" presName="parTxOnlySpace" presStyleCnt="0"/>
      <dgm:spPr/>
    </dgm:pt>
    <dgm:pt modelId="{681F424A-F4C1-4A9E-8781-5C0E2DF13542}" type="pres">
      <dgm:prSet presAssocID="{CBBF1FCD-2AA2-4C2F-A17C-D565494E1E82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E2B1B873-0CF9-4F53-817B-D559F2840919}" type="pres">
      <dgm:prSet presAssocID="{F628070C-2894-48B7-AFD3-710C7350009C}" presName="parTxOnlySpace" presStyleCnt="0"/>
      <dgm:spPr/>
    </dgm:pt>
    <dgm:pt modelId="{83DF1333-6A78-485C-A9E1-953A24E6F6DA}" type="pres">
      <dgm:prSet presAssocID="{CB220D77-F89E-437E-AE81-583D43C43591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2E50E8F0-C7C5-45CF-AF1B-E1BB191BBB7C}" type="pres">
      <dgm:prSet presAssocID="{5BD9D47C-3D46-4F49-9F3F-7C84361B5197}" presName="parTxOnlySpace" presStyleCnt="0"/>
      <dgm:spPr/>
    </dgm:pt>
    <dgm:pt modelId="{4FE1025E-586B-42DF-8F79-012726F6F12C}" type="pres">
      <dgm:prSet presAssocID="{A8245AF8-FF4E-44DC-BD2A-F7381DD05253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CB9145CE-6B5A-4027-8976-009EB242E4CD}" type="pres">
      <dgm:prSet presAssocID="{C1556868-B883-4CE0-B6CD-3DF38DE65449}" presName="parTxOnlySpace" presStyleCnt="0"/>
      <dgm:spPr/>
    </dgm:pt>
    <dgm:pt modelId="{1482404C-42F1-4F0B-A067-92B5A95074F5}" type="pres">
      <dgm:prSet presAssocID="{DB8307EB-EB33-44A3-9C8B-92B3DD83BB67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A9EB445A-B08E-4FFE-B99A-91A3058E0C3D}" type="pres">
      <dgm:prSet presAssocID="{DD8F5ECF-0E10-463F-B0F2-D3CF1196D574}" presName="parTxOnlySpace" presStyleCnt="0"/>
      <dgm:spPr/>
    </dgm:pt>
    <dgm:pt modelId="{1761151C-6525-44A6-BEE8-E70735A74FBF}" type="pres">
      <dgm:prSet presAssocID="{D35CF48E-0152-461C-AF0B-721F0EA6A572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AE91C183-79C6-4050-A5C6-16D9FA346F0A}" type="pres">
      <dgm:prSet presAssocID="{EA50C78E-3F2B-45A9-AF6B-799D957CC08B}" presName="parTxOnlySpace" presStyleCnt="0"/>
      <dgm:spPr/>
    </dgm:pt>
    <dgm:pt modelId="{F28EAC6C-4C57-4A99-AF6C-6245744704B1}" type="pres">
      <dgm:prSet presAssocID="{24706E00-AB8C-4500-A9ED-58DADC553A43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8255AC31-D866-4721-96DD-B02012C14DD3}" type="pres">
      <dgm:prSet presAssocID="{7F065387-0477-46B8-BAE9-CC949B9724A8}" presName="parTxOnlySpace" presStyleCnt="0"/>
      <dgm:spPr/>
    </dgm:pt>
    <dgm:pt modelId="{0303BA62-792B-4DAA-93D1-03961A20910D}" type="pres">
      <dgm:prSet presAssocID="{6E292A08-FB6C-49F8-897F-17387061F16B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B46E4420-2BA9-45DA-92EF-3DF021E09A71}" srcId="{196CEF9D-FA64-4C4A-A8A4-AFAFEAEBAEA7}" destId="{D35CF48E-0152-461C-AF0B-721F0EA6A572}" srcOrd="5" destOrd="0" parTransId="{B2E03473-CE39-4774-ABF9-E9C03D8B51DB}" sibTransId="{EA50C78E-3F2B-45A9-AF6B-799D957CC08B}"/>
    <dgm:cxn modelId="{E19F383F-D38D-459D-A217-F8190190B604}" type="presOf" srcId="{CBBF1FCD-2AA2-4C2F-A17C-D565494E1E82}" destId="{681F424A-F4C1-4A9E-8781-5C0E2DF13542}" srcOrd="0" destOrd="0" presId="urn:microsoft.com/office/officeart/2005/8/layout/chevron1"/>
    <dgm:cxn modelId="{2FAC456B-C6A5-40F3-81E2-0E7FB2C38339}" srcId="{196CEF9D-FA64-4C4A-A8A4-AFAFEAEBAEA7}" destId="{DB8307EB-EB33-44A3-9C8B-92B3DD83BB67}" srcOrd="4" destOrd="0" parTransId="{7D8C2CBB-325E-46C3-85FA-A1BB902AF6F7}" sibTransId="{DD8F5ECF-0E10-463F-B0F2-D3CF1196D574}"/>
    <dgm:cxn modelId="{BC675876-303E-4B33-91E8-68699BE990D6}" type="presOf" srcId="{6E292A08-FB6C-49F8-897F-17387061F16B}" destId="{0303BA62-792B-4DAA-93D1-03961A20910D}" srcOrd="0" destOrd="0" presId="urn:microsoft.com/office/officeart/2005/8/layout/chevron1"/>
    <dgm:cxn modelId="{F341257B-9ED1-4919-8A78-DBE54452C16F}" type="presOf" srcId="{D35CF48E-0152-461C-AF0B-721F0EA6A572}" destId="{1761151C-6525-44A6-BEE8-E70735A74FBF}" srcOrd="0" destOrd="0" presId="urn:microsoft.com/office/officeart/2005/8/layout/chevron1"/>
    <dgm:cxn modelId="{119F058A-FF15-4FFA-B529-555C4982DE44}" type="presOf" srcId="{24706E00-AB8C-4500-A9ED-58DADC553A43}" destId="{F28EAC6C-4C57-4A99-AF6C-6245744704B1}" srcOrd="0" destOrd="0" presId="urn:microsoft.com/office/officeart/2005/8/layout/chevron1"/>
    <dgm:cxn modelId="{34D3588E-4EE0-4B0A-87FF-F6F4834C5457}" type="presOf" srcId="{A8245AF8-FF4E-44DC-BD2A-F7381DD05253}" destId="{4FE1025E-586B-42DF-8F79-012726F6F12C}" srcOrd="0" destOrd="0" presId="urn:microsoft.com/office/officeart/2005/8/layout/chevron1"/>
    <dgm:cxn modelId="{EA0E8296-0156-4B59-A902-2A0662FBA900}" type="presOf" srcId="{B298CB62-43D2-4C29-8A30-859C3DC1019F}" destId="{C083F150-E559-4D65-A79C-9BA13AB7741C}" srcOrd="0" destOrd="0" presId="urn:microsoft.com/office/officeart/2005/8/layout/chevron1"/>
    <dgm:cxn modelId="{310FB5A7-6211-4E61-BA62-B27C587848A4}" srcId="{196CEF9D-FA64-4C4A-A8A4-AFAFEAEBAEA7}" destId="{A8245AF8-FF4E-44DC-BD2A-F7381DD05253}" srcOrd="3" destOrd="0" parTransId="{3949EB70-5EEC-45A6-B99E-5170D98A4495}" sibTransId="{C1556868-B883-4CE0-B6CD-3DF38DE65449}"/>
    <dgm:cxn modelId="{3FD4CFB6-2CF4-49AC-AAC8-369C2FE7427C}" type="presOf" srcId="{196CEF9D-FA64-4C4A-A8A4-AFAFEAEBAEA7}" destId="{42DB7F9B-7EC9-4E7F-9204-C7C2F2BE10C9}" srcOrd="0" destOrd="0" presId="urn:microsoft.com/office/officeart/2005/8/layout/chevron1"/>
    <dgm:cxn modelId="{FAFD3BB7-FB61-4639-8C29-E537DBB55E70}" srcId="{196CEF9D-FA64-4C4A-A8A4-AFAFEAEBAEA7}" destId="{24706E00-AB8C-4500-A9ED-58DADC553A43}" srcOrd="6" destOrd="0" parTransId="{78C463B5-4D0F-491F-B2B2-D22A224397CA}" sibTransId="{7F065387-0477-46B8-BAE9-CC949B9724A8}"/>
    <dgm:cxn modelId="{2764B9C7-E3F7-4110-8AE4-77E9D9136F67}" srcId="{196CEF9D-FA64-4C4A-A8A4-AFAFEAEBAEA7}" destId="{6E292A08-FB6C-49F8-897F-17387061F16B}" srcOrd="7" destOrd="0" parTransId="{CE4D0823-0977-4DD5-870D-6210F908A9AD}" sibTransId="{119D9C90-6F0B-40A5-9183-207EB8FDB078}"/>
    <dgm:cxn modelId="{F25337CD-4086-4EDD-99CB-3FB61ABB6020}" srcId="{196CEF9D-FA64-4C4A-A8A4-AFAFEAEBAEA7}" destId="{CBBF1FCD-2AA2-4C2F-A17C-D565494E1E82}" srcOrd="1" destOrd="0" parTransId="{BF4EFBC5-70AF-428C-AEC3-8FBE39E5B392}" sibTransId="{F628070C-2894-48B7-AFD3-710C7350009C}"/>
    <dgm:cxn modelId="{1E9E1DD6-961B-4BC8-997A-B9292F6EAA79}" srcId="{196CEF9D-FA64-4C4A-A8A4-AFAFEAEBAEA7}" destId="{CB220D77-F89E-437E-AE81-583D43C43591}" srcOrd="2" destOrd="0" parTransId="{1A6A9497-5FC3-442C-A672-E01E833EC14E}" sibTransId="{5BD9D47C-3D46-4F49-9F3F-7C84361B5197}"/>
    <dgm:cxn modelId="{15055DDC-F7C2-4069-88B1-4369E8D266E7}" type="presOf" srcId="{DB8307EB-EB33-44A3-9C8B-92B3DD83BB67}" destId="{1482404C-42F1-4F0B-A067-92B5A95074F5}" srcOrd="0" destOrd="0" presId="urn:microsoft.com/office/officeart/2005/8/layout/chevron1"/>
    <dgm:cxn modelId="{F942D1FB-90A8-4452-BCC9-586093DF0E63}" type="presOf" srcId="{CB220D77-F89E-437E-AE81-583D43C43591}" destId="{83DF1333-6A78-485C-A9E1-953A24E6F6DA}" srcOrd="0" destOrd="0" presId="urn:microsoft.com/office/officeart/2005/8/layout/chevron1"/>
    <dgm:cxn modelId="{0BAE90FC-FAF0-46D1-ADB1-87EAB8753897}" srcId="{196CEF9D-FA64-4C4A-A8A4-AFAFEAEBAEA7}" destId="{B298CB62-43D2-4C29-8A30-859C3DC1019F}" srcOrd="0" destOrd="0" parTransId="{D8ABC785-6EB8-4B19-BC55-3D7857522D3F}" sibTransId="{269D12D4-A3B9-4158-91CA-83DD1015B77E}"/>
    <dgm:cxn modelId="{DE8733C4-5A65-4BBD-84DA-CAB8A705BF9A}" type="presParOf" srcId="{42DB7F9B-7EC9-4E7F-9204-C7C2F2BE10C9}" destId="{C083F150-E559-4D65-A79C-9BA13AB7741C}" srcOrd="0" destOrd="0" presId="urn:microsoft.com/office/officeart/2005/8/layout/chevron1"/>
    <dgm:cxn modelId="{A06599BD-4EFB-4D90-B1D0-262692095783}" type="presParOf" srcId="{42DB7F9B-7EC9-4E7F-9204-C7C2F2BE10C9}" destId="{5385CC57-E7F3-48C9-BA56-9E13B65EE016}" srcOrd="1" destOrd="0" presId="urn:microsoft.com/office/officeart/2005/8/layout/chevron1"/>
    <dgm:cxn modelId="{074B6E30-292E-41D4-963F-6CA76E0D1395}" type="presParOf" srcId="{42DB7F9B-7EC9-4E7F-9204-C7C2F2BE10C9}" destId="{681F424A-F4C1-4A9E-8781-5C0E2DF13542}" srcOrd="2" destOrd="0" presId="urn:microsoft.com/office/officeart/2005/8/layout/chevron1"/>
    <dgm:cxn modelId="{45F08305-CD3E-4BD8-B99C-7AA77BEEF9F5}" type="presParOf" srcId="{42DB7F9B-7EC9-4E7F-9204-C7C2F2BE10C9}" destId="{E2B1B873-0CF9-4F53-817B-D559F2840919}" srcOrd="3" destOrd="0" presId="urn:microsoft.com/office/officeart/2005/8/layout/chevron1"/>
    <dgm:cxn modelId="{6E4C5F97-1B91-4E3A-A781-09E7F7C6B041}" type="presParOf" srcId="{42DB7F9B-7EC9-4E7F-9204-C7C2F2BE10C9}" destId="{83DF1333-6A78-485C-A9E1-953A24E6F6DA}" srcOrd="4" destOrd="0" presId="urn:microsoft.com/office/officeart/2005/8/layout/chevron1"/>
    <dgm:cxn modelId="{023367A0-FFE0-473B-9E7E-C40B45F40E30}" type="presParOf" srcId="{42DB7F9B-7EC9-4E7F-9204-C7C2F2BE10C9}" destId="{2E50E8F0-C7C5-45CF-AF1B-E1BB191BBB7C}" srcOrd="5" destOrd="0" presId="urn:microsoft.com/office/officeart/2005/8/layout/chevron1"/>
    <dgm:cxn modelId="{81BA74DA-8D33-463C-866D-06A758C2860B}" type="presParOf" srcId="{42DB7F9B-7EC9-4E7F-9204-C7C2F2BE10C9}" destId="{4FE1025E-586B-42DF-8F79-012726F6F12C}" srcOrd="6" destOrd="0" presId="urn:microsoft.com/office/officeart/2005/8/layout/chevron1"/>
    <dgm:cxn modelId="{9C8547A4-A605-4523-A81E-5EE2AB301226}" type="presParOf" srcId="{42DB7F9B-7EC9-4E7F-9204-C7C2F2BE10C9}" destId="{CB9145CE-6B5A-4027-8976-009EB242E4CD}" srcOrd="7" destOrd="0" presId="urn:microsoft.com/office/officeart/2005/8/layout/chevron1"/>
    <dgm:cxn modelId="{048316DE-7C0D-4617-92E7-AA179077FE06}" type="presParOf" srcId="{42DB7F9B-7EC9-4E7F-9204-C7C2F2BE10C9}" destId="{1482404C-42F1-4F0B-A067-92B5A95074F5}" srcOrd="8" destOrd="0" presId="urn:microsoft.com/office/officeart/2005/8/layout/chevron1"/>
    <dgm:cxn modelId="{31A47DD2-C43A-4E2A-B92B-BDAD6C2F0CD3}" type="presParOf" srcId="{42DB7F9B-7EC9-4E7F-9204-C7C2F2BE10C9}" destId="{A9EB445A-B08E-4FFE-B99A-91A3058E0C3D}" srcOrd="9" destOrd="0" presId="urn:microsoft.com/office/officeart/2005/8/layout/chevron1"/>
    <dgm:cxn modelId="{5C1D8B9C-16D5-4753-B180-4F673E32B7F6}" type="presParOf" srcId="{42DB7F9B-7EC9-4E7F-9204-C7C2F2BE10C9}" destId="{1761151C-6525-44A6-BEE8-E70735A74FBF}" srcOrd="10" destOrd="0" presId="urn:microsoft.com/office/officeart/2005/8/layout/chevron1"/>
    <dgm:cxn modelId="{F970C1CB-75A2-44C1-B30E-E1CAAD0543D2}" type="presParOf" srcId="{42DB7F9B-7EC9-4E7F-9204-C7C2F2BE10C9}" destId="{AE91C183-79C6-4050-A5C6-16D9FA346F0A}" srcOrd="11" destOrd="0" presId="urn:microsoft.com/office/officeart/2005/8/layout/chevron1"/>
    <dgm:cxn modelId="{6FCBA999-7BB3-4B2D-AE9E-48A2C20A6962}" type="presParOf" srcId="{42DB7F9B-7EC9-4E7F-9204-C7C2F2BE10C9}" destId="{F28EAC6C-4C57-4A99-AF6C-6245744704B1}" srcOrd="12" destOrd="0" presId="urn:microsoft.com/office/officeart/2005/8/layout/chevron1"/>
    <dgm:cxn modelId="{987DBA9A-0832-4E96-83D7-D6434FD76379}" type="presParOf" srcId="{42DB7F9B-7EC9-4E7F-9204-C7C2F2BE10C9}" destId="{8255AC31-D866-4721-96DD-B02012C14DD3}" srcOrd="13" destOrd="0" presId="urn:microsoft.com/office/officeart/2005/8/layout/chevron1"/>
    <dgm:cxn modelId="{6D4F6538-AD2F-429D-8293-C6637062D967}" type="presParOf" srcId="{42DB7F9B-7EC9-4E7F-9204-C7C2F2BE10C9}" destId="{0303BA62-792B-4DAA-93D1-03961A20910D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96CEF9D-FA64-4C4A-A8A4-AFAFEAEBAEA7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B298CB62-43D2-4C29-8A30-859C3DC1019F}">
      <dgm:prSet phldrT="[Texto]" phldr="0" custT="1"/>
      <dgm:spPr/>
      <dgm:t>
        <a:bodyPr/>
        <a:lstStyle/>
        <a:p>
          <a:r>
            <a:rPr lang="es-ES" sz="900" b="0" dirty="0"/>
            <a:t>Recopilar requerimientos</a:t>
          </a:r>
          <a:endParaRPr lang="es-PE" sz="900" b="0" dirty="0"/>
        </a:p>
      </dgm:t>
    </dgm:pt>
    <dgm:pt modelId="{D8ABC785-6EB8-4B19-BC55-3D7857522D3F}" type="parTrans" cxnId="{0BAE90FC-FAF0-46D1-ADB1-87EAB8753897}">
      <dgm:prSet/>
      <dgm:spPr/>
      <dgm:t>
        <a:bodyPr/>
        <a:lstStyle/>
        <a:p>
          <a:endParaRPr lang="es-PE"/>
        </a:p>
      </dgm:t>
    </dgm:pt>
    <dgm:pt modelId="{269D12D4-A3B9-4158-91CA-83DD1015B77E}" type="sibTrans" cxnId="{0BAE90FC-FAF0-46D1-ADB1-87EAB8753897}">
      <dgm:prSet/>
      <dgm:spPr/>
      <dgm:t>
        <a:bodyPr/>
        <a:lstStyle/>
        <a:p>
          <a:endParaRPr lang="es-PE"/>
        </a:p>
      </dgm:t>
    </dgm:pt>
    <dgm:pt modelId="{CBBF1FCD-2AA2-4C2F-A17C-D565494E1E82}">
      <dgm:prSet phldrT="[Texto]" phldr="0" custT="1"/>
      <dgm:spPr/>
      <dgm:t>
        <a:bodyPr/>
        <a:lstStyle/>
        <a:p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gm:t>
    </dgm:pt>
    <dgm:pt modelId="{BF4EFBC5-70AF-428C-AEC3-8FBE39E5B392}" type="parTrans" cxnId="{F25337CD-4086-4EDD-99CB-3FB61ABB6020}">
      <dgm:prSet/>
      <dgm:spPr/>
      <dgm:t>
        <a:bodyPr/>
        <a:lstStyle/>
        <a:p>
          <a:endParaRPr lang="es-PE"/>
        </a:p>
      </dgm:t>
    </dgm:pt>
    <dgm:pt modelId="{F628070C-2894-48B7-AFD3-710C7350009C}" type="sibTrans" cxnId="{F25337CD-4086-4EDD-99CB-3FB61ABB6020}">
      <dgm:prSet/>
      <dgm:spPr/>
      <dgm:t>
        <a:bodyPr/>
        <a:lstStyle/>
        <a:p>
          <a:endParaRPr lang="es-PE"/>
        </a:p>
      </dgm:t>
    </dgm:pt>
    <dgm:pt modelId="{CB220D77-F89E-437E-AE81-583D43C43591}">
      <dgm:prSet phldrT="[Texto]" phldr="0" custT="1"/>
      <dgm:spPr/>
      <dgm:t>
        <a:bodyPr/>
        <a:lstStyle/>
        <a:p>
          <a:r>
            <a:rPr lang="es-ES" sz="900" b="1" dirty="0">
              <a:highlight>
                <a:srgbClr val="FFFF00"/>
              </a:highlight>
            </a:rPr>
            <a:t>Crear</a:t>
          </a:r>
          <a:endParaRPr lang="es-PE" sz="900" b="1" dirty="0">
            <a:highlight>
              <a:srgbClr val="FFFF00"/>
            </a:highlight>
          </a:endParaRPr>
        </a:p>
      </dgm:t>
    </dgm:pt>
    <dgm:pt modelId="{1A6A9497-5FC3-442C-A672-E01E833EC14E}" type="parTrans" cxnId="{1E9E1DD6-961B-4BC8-997A-B9292F6EAA79}">
      <dgm:prSet/>
      <dgm:spPr/>
      <dgm:t>
        <a:bodyPr/>
        <a:lstStyle/>
        <a:p>
          <a:endParaRPr lang="es-PE"/>
        </a:p>
      </dgm:t>
    </dgm:pt>
    <dgm:pt modelId="{5BD9D47C-3D46-4F49-9F3F-7C84361B5197}" type="sibTrans" cxnId="{1E9E1DD6-961B-4BC8-997A-B9292F6EAA79}">
      <dgm:prSet/>
      <dgm:spPr/>
      <dgm:t>
        <a:bodyPr/>
        <a:lstStyle/>
        <a:p>
          <a:endParaRPr lang="es-PE"/>
        </a:p>
      </dgm:t>
    </dgm:pt>
    <dgm:pt modelId="{A8245AF8-FF4E-44DC-BD2A-F7381DD05253}">
      <dgm:prSet phldrT="[Texto]" phldr="0" custT="1"/>
      <dgm:spPr/>
      <dgm:t>
        <a:bodyPr/>
        <a:lstStyle/>
        <a:p>
          <a:r>
            <a:rPr lang="es-ES" sz="900" dirty="0"/>
            <a:t>Mapear</a:t>
          </a:r>
        </a:p>
        <a:p>
          <a:r>
            <a:rPr lang="es-PE" sz="900" dirty="0"/>
            <a:t>Validar</a:t>
          </a:r>
        </a:p>
        <a:p>
          <a:r>
            <a:rPr lang="es-PE" sz="900" dirty="0"/>
            <a:t>Preparar</a:t>
          </a:r>
        </a:p>
      </dgm:t>
    </dgm:pt>
    <dgm:pt modelId="{3949EB70-5EEC-45A6-B99E-5170D98A4495}" type="parTrans" cxnId="{310FB5A7-6211-4E61-BA62-B27C587848A4}">
      <dgm:prSet/>
      <dgm:spPr/>
      <dgm:t>
        <a:bodyPr/>
        <a:lstStyle/>
        <a:p>
          <a:endParaRPr lang="es-PE"/>
        </a:p>
      </dgm:t>
    </dgm:pt>
    <dgm:pt modelId="{C1556868-B883-4CE0-B6CD-3DF38DE65449}" type="sibTrans" cxnId="{310FB5A7-6211-4E61-BA62-B27C587848A4}">
      <dgm:prSet/>
      <dgm:spPr/>
      <dgm:t>
        <a:bodyPr/>
        <a:lstStyle/>
        <a:p>
          <a:endParaRPr lang="es-PE"/>
        </a:p>
      </dgm:t>
    </dgm:pt>
    <dgm:pt modelId="{DB8307EB-EB33-44A3-9C8B-92B3DD83BB67}">
      <dgm:prSet phldrT="[Texto]" phldr="0" custT="1"/>
      <dgm:spPr/>
      <dgm:t>
        <a:bodyPr/>
        <a:lstStyle/>
        <a:p>
          <a:r>
            <a:rPr lang="es-ES" sz="900" dirty="0"/>
            <a:t>Mover</a:t>
          </a:r>
        </a:p>
        <a:p>
          <a:r>
            <a:rPr lang="es-PE" sz="900" dirty="0"/>
            <a:t>Transformar</a:t>
          </a:r>
        </a:p>
        <a:p>
          <a:r>
            <a:rPr lang="es-PE" sz="900" dirty="0"/>
            <a:t>Integrar</a:t>
          </a:r>
        </a:p>
        <a:p>
          <a:r>
            <a:rPr lang="es-PE" sz="900" dirty="0"/>
            <a:t>Agregar</a:t>
          </a:r>
        </a:p>
      </dgm:t>
    </dgm:pt>
    <dgm:pt modelId="{7D8C2CBB-325E-46C3-85FA-A1BB902AF6F7}" type="parTrans" cxnId="{2FAC456B-C6A5-40F3-81E2-0E7FB2C38339}">
      <dgm:prSet/>
      <dgm:spPr/>
      <dgm:t>
        <a:bodyPr/>
        <a:lstStyle/>
        <a:p>
          <a:endParaRPr lang="es-PE"/>
        </a:p>
      </dgm:t>
    </dgm:pt>
    <dgm:pt modelId="{DD8F5ECF-0E10-463F-B0F2-D3CF1196D574}" type="sibTrans" cxnId="{2FAC456B-C6A5-40F3-81E2-0E7FB2C38339}">
      <dgm:prSet/>
      <dgm:spPr/>
      <dgm:t>
        <a:bodyPr/>
        <a:lstStyle/>
        <a:p>
          <a:endParaRPr lang="es-PE"/>
        </a:p>
      </dgm:t>
    </dgm:pt>
    <dgm:pt modelId="{24706E00-AB8C-4500-A9ED-58DADC553A43}">
      <dgm:prSet phldrT="[Texto]" phldr="0" custT="1"/>
      <dgm:spPr/>
      <dgm:t>
        <a:bodyPr/>
        <a:lstStyle/>
        <a:p>
          <a:r>
            <a:rPr lang="es-ES" sz="900" dirty="0"/>
            <a:t>Analizar</a:t>
          </a:r>
        </a:p>
        <a:p>
          <a:r>
            <a:rPr lang="es-PE" sz="900" dirty="0"/>
            <a:t>Usar</a:t>
          </a:r>
        </a:p>
      </dgm:t>
    </dgm:pt>
    <dgm:pt modelId="{78C463B5-4D0F-491F-B2B2-D22A224397CA}" type="parTrans" cxnId="{FAFD3BB7-FB61-4639-8C29-E537DBB55E70}">
      <dgm:prSet/>
      <dgm:spPr/>
      <dgm:t>
        <a:bodyPr/>
        <a:lstStyle/>
        <a:p>
          <a:endParaRPr lang="es-PE"/>
        </a:p>
      </dgm:t>
    </dgm:pt>
    <dgm:pt modelId="{7F065387-0477-46B8-BAE9-CC949B9724A8}" type="sibTrans" cxnId="{FAFD3BB7-FB61-4639-8C29-E537DBB55E70}">
      <dgm:prSet/>
      <dgm:spPr/>
      <dgm:t>
        <a:bodyPr/>
        <a:lstStyle/>
        <a:p>
          <a:endParaRPr lang="es-PE"/>
        </a:p>
      </dgm:t>
    </dgm:pt>
    <dgm:pt modelId="{6E292A08-FB6C-49F8-897F-17387061F16B}">
      <dgm:prSet phldrT="[Texto]" phldr="0" custT="1"/>
      <dgm:spPr/>
      <dgm:t>
        <a:bodyPr/>
        <a:lstStyle/>
        <a:p>
          <a:r>
            <a:rPr lang="es-ES" sz="900" dirty="0"/>
            <a:t>Almacenar</a:t>
          </a:r>
        </a:p>
        <a:p>
          <a:r>
            <a:rPr lang="es-PE" sz="900" dirty="0"/>
            <a:t>Archivar</a:t>
          </a:r>
        </a:p>
        <a:p>
          <a:r>
            <a:rPr lang="es-PE" sz="900" dirty="0"/>
            <a:t>Eliminar</a:t>
          </a:r>
        </a:p>
      </dgm:t>
    </dgm:pt>
    <dgm:pt modelId="{CE4D0823-0977-4DD5-870D-6210F908A9AD}" type="parTrans" cxnId="{2764B9C7-E3F7-4110-8AE4-77E9D9136F67}">
      <dgm:prSet/>
      <dgm:spPr/>
      <dgm:t>
        <a:bodyPr/>
        <a:lstStyle/>
        <a:p>
          <a:endParaRPr lang="es-PE"/>
        </a:p>
      </dgm:t>
    </dgm:pt>
    <dgm:pt modelId="{119D9C90-6F0B-40A5-9183-207EB8FDB078}" type="sibTrans" cxnId="{2764B9C7-E3F7-4110-8AE4-77E9D9136F67}">
      <dgm:prSet/>
      <dgm:spPr/>
      <dgm:t>
        <a:bodyPr/>
        <a:lstStyle/>
        <a:p>
          <a:endParaRPr lang="es-PE"/>
        </a:p>
      </dgm:t>
    </dgm:pt>
    <dgm:pt modelId="{D35CF48E-0152-461C-AF0B-721F0EA6A572}">
      <dgm:prSet phldrT="[Texto]" phldr="0" custT="1"/>
      <dgm:spPr/>
      <dgm:t>
        <a:bodyPr/>
        <a:lstStyle/>
        <a:p>
          <a:r>
            <a:rPr lang="es-ES" sz="900" dirty="0"/>
            <a:t>Validar</a:t>
          </a:r>
        </a:p>
        <a:p>
          <a:r>
            <a:rPr lang="es-PE" sz="900" dirty="0"/>
            <a:t>Compartir</a:t>
          </a:r>
        </a:p>
        <a:p>
          <a:r>
            <a:rPr lang="es-PE" sz="900" dirty="0"/>
            <a:t>Entregar</a:t>
          </a:r>
        </a:p>
      </dgm:t>
    </dgm:pt>
    <dgm:pt modelId="{B2E03473-CE39-4774-ABF9-E9C03D8B51DB}" type="parTrans" cxnId="{B46E4420-2BA9-45DA-92EF-3DF021E09A71}">
      <dgm:prSet/>
      <dgm:spPr/>
      <dgm:t>
        <a:bodyPr/>
        <a:lstStyle/>
        <a:p>
          <a:endParaRPr lang="es-PE"/>
        </a:p>
      </dgm:t>
    </dgm:pt>
    <dgm:pt modelId="{EA50C78E-3F2B-45A9-AF6B-799D957CC08B}" type="sibTrans" cxnId="{B46E4420-2BA9-45DA-92EF-3DF021E09A71}">
      <dgm:prSet/>
      <dgm:spPr/>
      <dgm:t>
        <a:bodyPr/>
        <a:lstStyle/>
        <a:p>
          <a:endParaRPr lang="es-PE"/>
        </a:p>
      </dgm:t>
    </dgm:pt>
    <dgm:pt modelId="{42DB7F9B-7EC9-4E7F-9204-C7C2F2BE10C9}" type="pres">
      <dgm:prSet presAssocID="{196CEF9D-FA64-4C4A-A8A4-AFAFEAEBAEA7}" presName="Name0" presStyleCnt="0">
        <dgm:presLayoutVars>
          <dgm:dir/>
          <dgm:animLvl val="lvl"/>
          <dgm:resizeHandles val="exact"/>
        </dgm:presLayoutVars>
      </dgm:prSet>
      <dgm:spPr/>
    </dgm:pt>
    <dgm:pt modelId="{C083F150-E559-4D65-A79C-9BA13AB7741C}" type="pres">
      <dgm:prSet presAssocID="{B298CB62-43D2-4C29-8A30-859C3DC1019F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5385CC57-E7F3-48C9-BA56-9E13B65EE016}" type="pres">
      <dgm:prSet presAssocID="{269D12D4-A3B9-4158-91CA-83DD1015B77E}" presName="parTxOnlySpace" presStyleCnt="0"/>
      <dgm:spPr/>
    </dgm:pt>
    <dgm:pt modelId="{681F424A-F4C1-4A9E-8781-5C0E2DF13542}" type="pres">
      <dgm:prSet presAssocID="{CBBF1FCD-2AA2-4C2F-A17C-D565494E1E82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E2B1B873-0CF9-4F53-817B-D559F2840919}" type="pres">
      <dgm:prSet presAssocID="{F628070C-2894-48B7-AFD3-710C7350009C}" presName="parTxOnlySpace" presStyleCnt="0"/>
      <dgm:spPr/>
    </dgm:pt>
    <dgm:pt modelId="{83DF1333-6A78-485C-A9E1-953A24E6F6DA}" type="pres">
      <dgm:prSet presAssocID="{CB220D77-F89E-437E-AE81-583D43C43591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2E50E8F0-C7C5-45CF-AF1B-E1BB191BBB7C}" type="pres">
      <dgm:prSet presAssocID="{5BD9D47C-3D46-4F49-9F3F-7C84361B5197}" presName="parTxOnlySpace" presStyleCnt="0"/>
      <dgm:spPr/>
    </dgm:pt>
    <dgm:pt modelId="{4FE1025E-586B-42DF-8F79-012726F6F12C}" type="pres">
      <dgm:prSet presAssocID="{A8245AF8-FF4E-44DC-BD2A-F7381DD05253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CB9145CE-6B5A-4027-8976-009EB242E4CD}" type="pres">
      <dgm:prSet presAssocID="{C1556868-B883-4CE0-B6CD-3DF38DE65449}" presName="parTxOnlySpace" presStyleCnt="0"/>
      <dgm:spPr/>
    </dgm:pt>
    <dgm:pt modelId="{1482404C-42F1-4F0B-A067-92B5A95074F5}" type="pres">
      <dgm:prSet presAssocID="{DB8307EB-EB33-44A3-9C8B-92B3DD83BB67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A9EB445A-B08E-4FFE-B99A-91A3058E0C3D}" type="pres">
      <dgm:prSet presAssocID="{DD8F5ECF-0E10-463F-B0F2-D3CF1196D574}" presName="parTxOnlySpace" presStyleCnt="0"/>
      <dgm:spPr/>
    </dgm:pt>
    <dgm:pt modelId="{1761151C-6525-44A6-BEE8-E70735A74FBF}" type="pres">
      <dgm:prSet presAssocID="{D35CF48E-0152-461C-AF0B-721F0EA6A572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AE91C183-79C6-4050-A5C6-16D9FA346F0A}" type="pres">
      <dgm:prSet presAssocID="{EA50C78E-3F2B-45A9-AF6B-799D957CC08B}" presName="parTxOnlySpace" presStyleCnt="0"/>
      <dgm:spPr/>
    </dgm:pt>
    <dgm:pt modelId="{F28EAC6C-4C57-4A99-AF6C-6245744704B1}" type="pres">
      <dgm:prSet presAssocID="{24706E00-AB8C-4500-A9ED-58DADC553A43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8255AC31-D866-4721-96DD-B02012C14DD3}" type="pres">
      <dgm:prSet presAssocID="{7F065387-0477-46B8-BAE9-CC949B9724A8}" presName="parTxOnlySpace" presStyleCnt="0"/>
      <dgm:spPr/>
    </dgm:pt>
    <dgm:pt modelId="{0303BA62-792B-4DAA-93D1-03961A20910D}" type="pres">
      <dgm:prSet presAssocID="{6E292A08-FB6C-49F8-897F-17387061F16B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B46E4420-2BA9-45DA-92EF-3DF021E09A71}" srcId="{196CEF9D-FA64-4C4A-A8A4-AFAFEAEBAEA7}" destId="{D35CF48E-0152-461C-AF0B-721F0EA6A572}" srcOrd="5" destOrd="0" parTransId="{B2E03473-CE39-4774-ABF9-E9C03D8B51DB}" sibTransId="{EA50C78E-3F2B-45A9-AF6B-799D957CC08B}"/>
    <dgm:cxn modelId="{E19F383F-D38D-459D-A217-F8190190B604}" type="presOf" srcId="{CBBF1FCD-2AA2-4C2F-A17C-D565494E1E82}" destId="{681F424A-F4C1-4A9E-8781-5C0E2DF13542}" srcOrd="0" destOrd="0" presId="urn:microsoft.com/office/officeart/2005/8/layout/chevron1"/>
    <dgm:cxn modelId="{2FAC456B-C6A5-40F3-81E2-0E7FB2C38339}" srcId="{196CEF9D-FA64-4C4A-A8A4-AFAFEAEBAEA7}" destId="{DB8307EB-EB33-44A3-9C8B-92B3DD83BB67}" srcOrd="4" destOrd="0" parTransId="{7D8C2CBB-325E-46C3-85FA-A1BB902AF6F7}" sibTransId="{DD8F5ECF-0E10-463F-B0F2-D3CF1196D574}"/>
    <dgm:cxn modelId="{BC675876-303E-4B33-91E8-68699BE990D6}" type="presOf" srcId="{6E292A08-FB6C-49F8-897F-17387061F16B}" destId="{0303BA62-792B-4DAA-93D1-03961A20910D}" srcOrd="0" destOrd="0" presId="urn:microsoft.com/office/officeart/2005/8/layout/chevron1"/>
    <dgm:cxn modelId="{F341257B-9ED1-4919-8A78-DBE54452C16F}" type="presOf" srcId="{D35CF48E-0152-461C-AF0B-721F0EA6A572}" destId="{1761151C-6525-44A6-BEE8-E70735A74FBF}" srcOrd="0" destOrd="0" presId="urn:microsoft.com/office/officeart/2005/8/layout/chevron1"/>
    <dgm:cxn modelId="{119F058A-FF15-4FFA-B529-555C4982DE44}" type="presOf" srcId="{24706E00-AB8C-4500-A9ED-58DADC553A43}" destId="{F28EAC6C-4C57-4A99-AF6C-6245744704B1}" srcOrd="0" destOrd="0" presId="urn:microsoft.com/office/officeart/2005/8/layout/chevron1"/>
    <dgm:cxn modelId="{34D3588E-4EE0-4B0A-87FF-F6F4834C5457}" type="presOf" srcId="{A8245AF8-FF4E-44DC-BD2A-F7381DD05253}" destId="{4FE1025E-586B-42DF-8F79-012726F6F12C}" srcOrd="0" destOrd="0" presId="urn:microsoft.com/office/officeart/2005/8/layout/chevron1"/>
    <dgm:cxn modelId="{EA0E8296-0156-4B59-A902-2A0662FBA900}" type="presOf" srcId="{B298CB62-43D2-4C29-8A30-859C3DC1019F}" destId="{C083F150-E559-4D65-A79C-9BA13AB7741C}" srcOrd="0" destOrd="0" presId="urn:microsoft.com/office/officeart/2005/8/layout/chevron1"/>
    <dgm:cxn modelId="{310FB5A7-6211-4E61-BA62-B27C587848A4}" srcId="{196CEF9D-FA64-4C4A-A8A4-AFAFEAEBAEA7}" destId="{A8245AF8-FF4E-44DC-BD2A-F7381DD05253}" srcOrd="3" destOrd="0" parTransId="{3949EB70-5EEC-45A6-B99E-5170D98A4495}" sibTransId="{C1556868-B883-4CE0-B6CD-3DF38DE65449}"/>
    <dgm:cxn modelId="{3FD4CFB6-2CF4-49AC-AAC8-369C2FE7427C}" type="presOf" srcId="{196CEF9D-FA64-4C4A-A8A4-AFAFEAEBAEA7}" destId="{42DB7F9B-7EC9-4E7F-9204-C7C2F2BE10C9}" srcOrd="0" destOrd="0" presId="urn:microsoft.com/office/officeart/2005/8/layout/chevron1"/>
    <dgm:cxn modelId="{FAFD3BB7-FB61-4639-8C29-E537DBB55E70}" srcId="{196CEF9D-FA64-4C4A-A8A4-AFAFEAEBAEA7}" destId="{24706E00-AB8C-4500-A9ED-58DADC553A43}" srcOrd="6" destOrd="0" parTransId="{78C463B5-4D0F-491F-B2B2-D22A224397CA}" sibTransId="{7F065387-0477-46B8-BAE9-CC949B9724A8}"/>
    <dgm:cxn modelId="{2764B9C7-E3F7-4110-8AE4-77E9D9136F67}" srcId="{196CEF9D-FA64-4C4A-A8A4-AFAFEAEBAEA7}" destId="{6E292A08-FB6C-49F8-897F-17387061F16B}" srcOrd="7" destOrd="0" parTransId="{CE4D0823-0977-4DD5-870D-6210F908A9AD}" sibTransId="{119D9C90-6F0B-40A5-9183-207EB8FDB078}"/>
    <dgm:cxn modelId="{F25337CD-4086-4EDD-99CB-3FB61ABB6020}" srcId="{196CEF9D-FA64-4C4A-A8A4-AFAFEAEBAEA7}" destId="{CBBF1FCD-2AA2-4C2F-A17C-D565494E1E82}" srcOrd="1" destOrd="0" parTransId="{BF4EFBC5-70AF-428C-AEC3-8FBE39E5B392}" sibTransId="{F628070C-2894-48B7-AFD3-710C7350009C}"/>
    <dgm:cxn modelId="{1E9E1DD6-961B-4BC8-997A-B9292F6EAA79}" srcId="{196CEF9D-FA64-4C4A-A8A4-AFAFEAEBAEA7}" destId="{CB220D77-F89E-437E-AE81-583D43C43591}" srcOrd="2" destOrd="0" parTransId="{1A6A9497-5FC3-442C-A672-E01E833EC14E}" sibTransId="{5BD9D47C-3D46-4F49-9F3F-7C84361B5197}"/>
    <dgm:cxn modelId="{15055DDC-F7C2-4069-88B1-4369E8D266E7}" type="presOf" srcId="{DB8307EB-EB33-44A3-9C8B-92B3DD83BB67}" destId="{1482404C-42F1-4F0B-A067-92B5A95074F5}" srcOrd="0" destOrd="0" presId="urn:microsoft.com/office/officeart/2005/8/layout/chevron1"/>
    <dgm:cxn modelId="{F942D1FB-90A8-4452-BCC9-586093DF0E63}" type="presOf" srcId="{CB220D77-F89E-437E-AE81-583D43C43591}" destId="{83DF1333-6A78-485C-A9E1-953A24E6F6DA}" srcOrd="0" destOrd="0" presId="urn:microsoft.com/office/officeart/2005/8/layout/chevron1"/>
    <dgm:cxn modelId="{0BAE90FC-FAF0-46D1-ADB1-87EAB8753897}" srcId="{196CEF9D-FA64-4C4A-A8A4-AFAFEAEBAEA7}" destId="{B298CB62-43D2-4C29-8A30-859C3DC1019F}" srcOrd="0" destOrd="0" parTransId="{D8ABC785-6EB8-4B19-BC55-3D7857522D3F}" sibTransId="{269D12D4-A3B9-4158-91CA-83DD1015B77E}"/>
    <dgm:cxn modelId="{DE8733C4-5A65-4BBD-84DA-CAB8A705BF9A}" type="presParOf" srcId="{42DB7F9B-7EC9-4E7F-9204-C7C2F2BE10C9}" destId="{C083F150-E559-4D65-A79C-9BA13AB7741C}" srcOrd="0" destOrd="0" presId="urn:microsoft.com/office/officeart/2005/8/layout/chevron1"/>
    <dgm:cxn modelId="{A06599BD-4EFB-4D90-B1D0-262692095783}" type="presParOf" srcId="{42DB7F9B-7EC9-4E7F-9204-C7C2F2BE10C9}" destId="{5385CC57-E7F3-48C9-BA56-9E13B65EE016}" srcOrd="1" destOrd="0" presId="urn:microsoft.com/office/officeart/2005/8/layout/chevron1"/>
    <dgm:cxn modelId="{074B6E30-292E-41D4-963F-6CA76E0D1395}" type="presParOf" srcId="{42DB7F9B-7EC9-4E7F-9204-C7C2F2BE10C9}" destId="{681F424A-F4C1-4A9E-8781-5C0E2DF13542}" srcOrd="2" destOrd="0" presId="urn:microsoft.com/office/officeart/2005/8/layout/chevron1"/>
    <dgm:cxn modelId="{45F08305-CD3E-4BD8-B99C-7AA77BEEF9F5}" type="presParOf" srcId="{42DB7F9B-7EC9-4E7F-9204-C7C2F2BE10C9}" destId="{E2B1B873-0CF9-4F53-817B-D559F2840919}" srcOrd="3" destOrd="0" presId="urn:microsoft.com/office/officeart/2005/8/layout/chevron1"/>
    <dgm:cxn modelId="{6E4C5F97-1B91-4E3A-A781-09E7F7C6B041}" type="presParOf" srcId="{42DB7F9B-7EC9-4E7F-9204-C7C2F2BE10C9}" destId="{83DF1333-6A78-485C-A9E1-953A24E6F6DA}" srcOrd="4" destOrd="0" presId="urn:microsoft.com/office/officeart/2005/8/layout/chevron1"/>
    <dgm:cxn modelId="{023367A0-FFE0-473B-9E7E-C40B45F40E30}" type="presParOf" srcId="{42DB7F9B-7EC9-4E7F-9204-C7C2F2BE10C9}" destId="{2E50E8F0-C7C5-45CF-AF1B-E1BB191BBB7C}" srcOrd="5" destOrd="0" presId="urn:microsoft.com/office/officeart/2005/8/layout/chevron1"/>
    <dgm:cxn modelId="{81BA74DA-8D33-463C-866D-06A758C2860B}" type="presParOf" srcId="{42DB7F9B-7EC9-4E7F-9204-C7C2F2BE10C9}" destId="{4FE1025E-586B-42DF-8F79-012726F6F12C}" srcOrd="6" destOrd="0" presId="urn:microsoft.com/office/officeart/2005/8/layout/chevron1"/>
    <dgm:cxn modelId="{9C8547A4-A605-4523-A81E-5EE2AB301226}" type="presParOf" srcId="{42DB7F9B-7EC9-4E7F-9204-C7C2F2BE10C9}" destId="{CB9145CE-6B5A-4027-8976-009EB242E4CD}" srcOrd="7" destOrd="0" presId="urn:microsoft.com/office/officeart/2005/8/layout/chevron1"/>
    <dgm:cxn modelId="{048316DE-7C0D-4617-92E7-AA179077FE06}" type="presParOf" srcId="{42DB7F9B-7EC9-4E7F-9204-C7C2F2BE10C9}" destId="{1482404C-42F1-4F0B-A067-92B5A95074F5}" srcOrd="8" destOrd="0" presId="urn:microsoft.com/office/officeart/2005/8/layout/chevron1"/>
    <dgm:cxn modelId="{31A47DD2-C43A-4E2A-B92B-BDAD6C2F0CD3}" type="presParOf" srcId="{42DB7F9B-7EC9-4E7F-9204-C7C2F2BE10C9}" destId="{A9EB445A-B08E-4FFE-B99A-91A3058E0C3D}" srcOrd="9" destOrd="0" presId="urn:microsoft.com/office/officeart/2005/8/layout/chevron1"/>
    <dgm:cxn modelId="{5C1D8B9C-16D5-4753-B180-4F673E32B7F6}" type="presParOf" srcId="{42DB7F9B-7EC9-4E7F-9204-C7C2F2BE10C9}" destId="{1761151C-6525-44A6-BEE8-E70735A74FBF}" srcOrd="10" destOrd="0" presId="urn:microsoft.com/office/officeart/2005/8/layout/chevron1"/>
    <dgm:cxn modelId="{F970C1CB-75A2-44C1-B30E-E1CAAD0543D2}" type="presParOf" srcId="{42DB7F9B-7EC9-4E7F-9204-C7C2F2BE10C9}" destId="{AE91C183-79C6-4050-A5C6-16D9FA346F0A}" srcOrd="11" destOrd="0" presId="urn:microsoft.com/office/officeart/2005/8/layout/chevron1"/>
    <dgm:cxn modelId="{6FCBA999-7BB3-4B2D-AE9E-48A2C20A6962}" type="presParOf" srcId="{42DB7F9B-7EC9-4E7F-9204-C7C2F2BE10C9}" destId="{F28EAC6C-4C57-4A99-AF6C-6245744704B1}" srcOrd="12" destOrd="0" presId="urn:microsoft.com/office/officeart/2005/8/layout/chevron1"/>
    <dgm:cxn modelId="{987DBA9A-0832-4E96-83D7-D6434FD76379}" type="presParOf" srcId="{42DB7F9B-7EC9-4E7F-9204-C7C2F2BE10C9}" destId="{8255AC31-D866-4721-96DD-B02012C14DD3}" srcOrd="13" destOrd="0" presId="urn:microsoft.com/office/officeart/2005/8/layout/chevron1"/>
    <dgm:cxn modelId="{6D4F6538-AD2F-429D-8293-C6637062D967}" type="presParOf" srcId="{42DB7F9B-7EC9-4E7F-9204-C7C2F2BE10C9}" destId="{0303BA62-792B-4DAA-93D1-03961A20910D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96CEF9D-FA64-4C4A-A8A4-AFAFEAEBAEA7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B298CB62-43D2-4C29-8A30-859C3DC1019F}">
      <dgm:prSet phldrT="[Texto]" phldr="0" custT="1"/>
      <dgm:spPr/>
      <dgm:t>
        <a:bodyPr/>
        <a:lstStyle/>
        <a:p>
          <a:r>
            <a:rPr lang="es-ES" sz="900" b="0" dirty="0"/>
            <a:t>Recopilar requerimientos</a:t>
          </a:r>
          <a:endParaRPr lang="es-PE" sz="900" b="0" dirty="0"/>
        </a:p>
      </dgm:t>
    </dgm:pt>
    <dgm:pt modelId="{D8ABC785-6EB8-4B19-BC55-3D7857522D3F}" type="parTrans" cxnId="{0BAE90FC-FAF0-46D1-ADB1-87EAB8753897}">
      <dgm:prSet/>
      <dgm:spPr/>
      <dgm:t>
        <a:bodyPr/>
        <a:lstStyle/>
        <a:p>
          <a:endParaRPr lang="es-PE"/>
        </a:p>
      </dgm:t>
    </dgm:pt>
    <dgm:pt modelId="{269D12D4-A3B9-4158-91CA-83DD1015B77E}" type="sibTrans" cxnId="{0BAE90FC-FAF0-46D1-ADB1-87EAB8753897}">
      <dgm:prSet/>
      <dgm:spPr/>
      <dgm:t>
        <a:bodyPr/>
        <a:lstStyle/>
        <a:p>
          <a:endParaRPr lang="es-PE"/>
        </a:p>
      </dgm:t>
    </dgm:pt>
    <dgm:pt modelId="{CBBF1FCD-2AA2-4C2F-A17C-D565494E1E82}">
      <dgm:prSet phldrT="[Texto]" phldr="0" custT="1"/>
      <dgm:spPr/>
      <dgm:t>
        <a:bodyPr/>
        <a:lstStyle/>
        <a:p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gm:t>
    </dgm:pt>
    <dgm:pt modelId="{BF4EFBC5-70AF-428C-AEC3-8FBE39E5B392}" type="parTrans" cxnId="{F25337CD-4086-4EDD-99CB-3FB61ABB6020}">
      <dgm:prSet/>
      <dgm:spPr/>
      <dgm:t>
        <a:bodyPr/>
        <a:lstStyle/>
        <a:p>
          <a:endParaRPr lang="es-PE"/>
        </a:p>
      </dgm:t>
    </dgm:pt>
    <dgm:pt modelId="{F628070C-2894-48B7-AFD3-710C7350009C}" type="sibTrans" cxnId="{F25337CD-4086-4EDD-99CB-3FB61ABB6020}">
      <dgm:prSet/>
      <dgm:spPr/>
      <dgm:t>
        <a:bodyPr/>
        <a:lstStyle/>
        <a:p>
          <a:endParaRPr lang="es-PE"/>
        </a:p>
      </dgm:t>
    </dgm:pt>
    <dgm:pt modelId="{CB220D77-F89E-437E-AE81-583D43C43591}">
      <dgm:prSet phldrT="[Texto]" phldr="0" custT="1"/>
      <dgm:spPr/>
      <dgm:t>
        <a:bodyPr/>
        <a:lstStyle/>
        <a:p>
          <a:r>
            <a:rPr lang="es-ES" sz="900" b="0" dirty="0"/>
            <a:t>Crear</a:t>
          </a:r>
          <a:endParaRPr lang="es-PE" sz="900" b="0" dirty="0"/>
        </a:p>
      </dgm:t>
    </dgm:pt>
    <dgm:pt modelId="{1A6A9497-5FC3-442C-A672-E01E833EC14E}" type="parTrans" cxnId="{1E9E1DD6-961B-4BC8-997A-B9292F6EAA79}">
      <dgm:prSet/>
      <dgm:spPr/>
      <dgm:t>
        <a:bodyPr/>
        <a:lstStyle/>
        <a:p>
          <a:endParaRPr lang="es-PE"/>
        </a:p>
      </dgm:t>
    </dgm:pt>
    <dgm:pt modelId="{5BD9D47C-3D46-4F49-9F3F-7C84361B5197}" type="sibTrans" cxnId="{1E9E1DD6-961B-4BC8-997A-B9292F6EAA79}">
      <dgm:prSet/>
      <dgm:spPr/>
      <dgm:t>
        <a:bodyPr/>
        <a:lstStyle/>
        <a:p>
          <a:endParaRPr lang="es-PE"/>
        </a:p>
      </dgm:t>
    </dgm:pt>
    <dgm:pt modelId="{A8245AF8-FF4E-44DC-BD2A-F7381DD05253}">
      <dgm:prSet phldrT="[Texto]" phldr="0" custT="1"/>
      <dgm:spPr/>
      <dgm:t>
        <a:bodyPr/>
        <a:lstStyle/>
        <a:p>
          <a:r>
            <a:rPr lang="es-ES" sz="900" b="1" dirty="0">
              <a:highlight>
                <a:srgbClr val="FFFF00"/>
              </a:highlight>
            </a:rPr>
            <a:t>Mapear</a:t>
          </a:r>
        </a:p>
        <a:p>
          <a:r>
            <a:rPr lang="es-PE" sz="900" b="1" dirty="0">
              <a:highlight>
                <a:srgbClr val="FFFF00"/>
              </a:highlight>
            </a:rPr>
            <a:t>Validar</a:t>
          </a:r>
        </a:p>
        <a:p>
          <a:r>
            <a:rPr lang="es-PE" sz="900" b="1" dirty="0">
              <a:highlight>
                <a:srgbClr val="FFFF00"/>
              </a:highlight>
            </a:rPr>
            <a:t>Preparar</a:t>
          </a:r>
        </a:p>
      </dgm:t>
    </dgm:pt>
    <dgm:pt modelId="{3949EB70-5EEC-45A6-B99E-5170D98A4495}" type="parTrans" cxnId="{310FB5A7-6211-4E61-BA62-B27C587848A4}">
      <dgm:prSet/>
      <dgm:spPr/>
      <dgm:t>
        <a:bodyPr/>
        <a:lstStyle/>
        <a:p>
          <a:endParaRPr lang="es-PE"/>
        </a:p>
      </dgm:t>
    </dgm:pt>
    <dgm:pt modelId="{C1556868-B883-4CE0-B6CD-3DF38DE65449}" type="sibTrans" cxnId="{310FB5A7-6211-4E61-BA62-B27C587848A4}">
      <dgm:prSet/>
      <dgm:spPr/>
      <dgm:t>
        <a:bodyPr/>
        <a:lstStyle/>
        <a:p>
          <a:endParaRPr lang="es-PE"/>
        </a:p>
      </dgm:t>
    </dgm:pt>
    <dgm:pt modelId="{DB8307EB-EB33-44A3-9C8B-92B3DD83BB67}">
      <dgm:prSet phldrT="[Texto]" phldr="0" custT="1"/>
      <dgm:spPr/>
      <dgm:t>
        <a:bodyPr/>
        <a:lstStyle/>
        <a:p>
          <a:r>
            <a:rPr lang="es-ES" sz="900" dirty="0"/>
            <a:t>Mover</a:t>
          </a:r>
        </a:p>
        <a:p>
          <a:r>
            <a:rPr lang="es-PE" sz="900" dirty="0"/>
            <a:t>Transformar</a:t>
          </a:r>
        </a:p>
        <a:p>
          <a:r>
            <a:rPr lang="es-PE" sz="900" dirty="0"/>
            <a:t>Integrar</a:t>
          </a:r>
        </a:p>
        <a:p>
          <a:r>
            <a:rPr lang="es-PE" sz="900" dirty="0"/>
            <a:t>Agregar</a:t>
          </a:r>
        </a:p>
      </dgm:t>
    </dgm:pt>
    <dgm:pt modelId="{7D8C2CBB-325E-46C3-85FA-A1BB902AF6F7}" type="parTrans" cxnId="{2FAC456B-C6A5-40F3-81E2-0E7FB2C38339}">
      <dgm:prSet/>
      <dgm:spPr/>
      <dgm:t>
        <a:bodyPr/>
        <a:lstStyle/>
        <a:p>
          <a:endParaRPr lang="es-PE"/>
        </a:p>
      </dgm:t>
    </dgm:pt>
    <dgm:pt modelId="{DD8F5ECF-0E10-463F-B0F2-D3CF1196D574}" type="sibTrans" cxnId="{2FAC456B-C6A5-40F3-81E2-0E7FB2C38339}">
      <dgm:prSet/>
      <dgm:spPr/>
      <dgm:t>
        <a:bodyPr/>
        <a:lstStyle/>
        <a:p>
          <a:endParaRPr lang="es-PE"/>
        </a:p>
      </dgm:t>
    </dgm:pt>
    <dgm:pt modelId="{24706E00-AB8C-4500-A9ED-58DADC553A43}">
      <dgm:prSet phldrT="[Texto]" phldr="0" custT="1"/>
      <dgm:spPr/>
      <dgm:t>
        <a:bodyPr/>
        <a:lstStyle/>
        <a:p>
          <a:r>
            <a:rPr lang="es-ES" sz="900" dirty="0"/>
            <a:t>Analizar</a:t>
          </a:r>
        </a:p>
        <a:p>
          <a:r>
            <a:rPr lang="es-PE" sz="900" dirty="0"/>
            <a:t>Usar</a:t>
          </a:r>
        </a:p>
      </dgm:t>
    </dgm:pt>
    <dgm:pt modelId="{78C463B5-4D0F-491F-B2B2-D22A224397CA}" type="parTrans" cxnId="{FAFD3BB7-FB61-4639-8C29-E537DBB55E70}">
      <dgm:prSet/>
      <dgm:spPr/>
      <dgm:t>
        <a:bodyPr/>
        <a:lstStyle/>
        <a:p>
          <a:endParaRPr lang="es-PE"/>
        </a:p>
      </dgm:t>
    </dgm:pt>
    <dgm:pt modelId="{7F065387-0477-46B8-BAE9-CC949B9724A8}" type="sibTrans" cxnId="{FAFD3BB7-FB61-4639-8C29-E537DBB55E70}">
      <dgm:prSet/>
      <dgm:spPr/>
      <dgm:t>
        <a:bodyPr/>
        <a:lstStyle/>
        <a:p>
          <a:endParaRPr lang="es-PE"/>
        </a:p>
      </dgm:t>
    </dgm:pt>
    <dgm:pt modelId="{6E292A08-FB6C-49F8-897F-17387061F16B}">
      <dgm:prSet phldrT="[Texto]" phldr="0" custT="1"/>
      <dgm:spPr/>
      <dgm:t>
        <a:bodyPr/>
        <a:lstStyle/>
        <a:p>
          <a:r>
            <a:rPr lang="es-ES" sz="900" dirty="0"/>
            <a:t>Almacenar</a:t>
          </a:r>
        </a:p>
        <a:p>
          <a:r>
            <a:rPr lang="es-PE" sz="900" dirty="0"/>
            <a:t>Archivar</a:t>
          </a:r>
        </a:p>
        <a:p>
          <a:r>
            <a:rPr lang="es-PE" sz="900" dirty="0"/>
            <a:t>Eliminar</a:t>
          </a:r>
        </a:p>
      </dgm:t>
    </dgm:pt>
    <dgm:pt modelId="{CE4D0823-0977-4DD5-870D-6210F908A9AD}" type="parTrans" cxnId="{2764B9C7-E3F7-4110-8AE4-77E9D9136F67}">
      <dgm:prSet/>
      <dgm:spPr/>
      <dgm:t>
        <a:bodyPr/>
        <a:lstStyle/>
        <a:p>
          <a:endParaRPr lang="es-PE"/>
        </a:p>
      </dgm:t>
    </dgm:pt>
    <dgm:pt modelId="{119D9C90-6F0B-40A5-9183-207EB8FDB078}" type="sibTrans" cxnId="{2764B9C7-E3F7-4110-8AE4-77E9D9136F67}">
      <dgm:prSet/>
      <dgm:spPr/>
      <dgm:t>
        <a:bodyPr/>
        <a:lstStyle/>
        <a:p>
          <a:endParaRPr lang="es-PE"/>
        </a:p>
      </dgm:t>
    </dgm:pt>
    <dgm:pt modelId="{D35CF48E-0152-461C-AF0B-721F0EA6A572}">
      <dgm:prSet phldrT="[Texto]" phldr="0" custT="1"/>
      <dgm:spPr/>
      <dgm:t>
        <a:bodyPr/>
        <a:lstStyle/>
        <a:p>
          <a:r>
            <a:rPr lang="es-ES" sz="900" dirty="0"/>
            <a:t>Validar</a:t>
          </a:r>
        </a:p>
        <a:p>
          <a:r>
            <a:rPr lang="es-PE" sz="900" dirty="0"/>
            <a:t>Compartir</a:t>
          </a:r>
        </a:p>
        <a:p>
          <a:r>
            <a:rPr lang="es-PE" sz="900" dirty="0"/>
            <a:t>Entregar</a:t>
          </a:r>
        </a:p>
      </dgm:t>
    </dgm:pt>
    <dgm:pt modelId="{B2E03473-CE39-4774-ABF9-E9C03D8B51DB}" type="parTrans" cxnId="{B46E4420-2BA9-45DA-92EF-3DF021E09A71}">
      <dgm:prSet/>
      <dgm:spPr/>
      <dgm:t>
        <a:bodyPr/>
        <a:lstStyle/>
        <a:p>
          <a:endParaRPr lang="es-PE"/>
        </a:p>
      </dgm:t>
    </dgm:pt>
    <dgm:pt modelId="{EA50C78E-3F2B-45A9-AF6B-799D957CC08B}" type="sibTrans" cxnId="{B46E4420-2BA9-45DA-92EF-3DF021E09A71}">
      <dgm:prSet/>
      <dgm:spPr/>
      <dgm:t>
        <a:bodyPr/>
        <a:lstStyle/>
        <a:p>
          <a:endParaRPr lang="es-PE"/>
        </a:p>
      </dgm:t>
    </dgm:pt>
    <dgm:pt modelId="{42DB7F9B-7EC9-4E7F-9204-C7C2F2BE10C9}" type="pres">
      <dgm:prSet presAssocID="{196CEF9D-FA64-4C4A-A8A4-AFAFEAEBAEA7}" presName="Name0" presStyleCnt="0">
        <dgm:presLayoutVars>
          <dgm:dir/>
          <dgm:animLvl val="lvl"/>
          <dgm:resizeHandles val="exact"/>
        </dgm:presLayoutVars>
      </dgm:prSet>
      <dgm:spPr/>
    </dgm:pt>
    <dgm:pt modelId="{C083F150-E559-4D65-A79C-9BA13AB7741C}" type="pres">
      <dgm:prSet presAssocID="{B298CB62-43D2-4C29-8A30-859C3DC1019F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5385CC57-E7F3-48C9-BA56-9E13B65EE016}" type="pres">
      <dgm:prSet presAssocID="{269D12D4-A3B9-4158-91CA-83DD1015B77E}" presName="parTxOnlySpace" presStyleCnt="0"/>
      <dgm:spPr/>
    </dgm:pt>
    <dgm:pt modelId="{681F424A-F4C1-4A9E-8781-5C0E2DF13542}" type="pres">
      <dgm:prSet presAssocID="{CBBF1FCD-2AA2-4C2F-A17C-D565494E1E82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E2B1B873-0CF9-4F53-817B-D559F2840919}" type="pres">
      <dgm:prSet presAssocID="{F628070C-2894-48B7-AFD3-710C7350009C}" presName="parTxOnlySpace" presStyleCnt="0"/>
      <dgm:spPr/>
    </dgm:pt>
    <dgm:pt modelId="{83DF1333-6A78-485C-A9E1-953A24E6F6DA}" type="pres">
      <dgm:prSet presAssocID="{CB220D77-F89E-437E-AE81-583D43C43591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2E50E8F0-C7C5-45CF-AF1B-E1BB191BBB7C}" type="pres">
      <dgm:prSet presAssocID="{5BD9D47C-3D46-4F49-9F3F-7C84361B5197}" presName="parTxOnlySpace" presStyleCnt="0"/>
      <dgm:spPr/>
    </dgm:pt>
    <dgm:pt modelId="{4FE1025E-586B-42DF-8F79-012726F6F12C}" type="pres">
      <dgm:prSet presAssocID="{A8245AF8-FF4E-44DC-BD2A-F7381DD05253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CB9145CE-6B5A-4027-8976-009EB242E4CD}" type="pres">
      <dgm:prSet presAssocID="{C1556868-B883-4CE0-B6CD-3DF38DE65449}" presName="parTxOnlySpace" presStyleCnt="0"/>
      <dgm:spPr/>
    </dgm:pt>
    <dgm:pt modelId="{1482404C-42F1-4F0B-A067-92B5A95074F5}" type="pres">
      <dgm:prSet presAssocID="{DB8307EB-EB33-44A3-9C8B-92B3DD83BB67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A9EB445A-B08E-4FFE-B99A-91A3058E0C3D}" type="pres">
      <dgm:prSet presAssocID="{DD8F5ECF-0E10-463F-B0F2-D3CF1196D574}" presName="parTxOnlySpace" presStyleCnt="0"/>
      <dgm:spPr/>
    </dgm:pt>
    <dgm:pt modelId="{1761151C-6525-44A6-BEE8-E70735A74FBF}" type="pres">
      <dgm:prSet presAssocID="{D35CF48E-0152-461C-AF0B-721F0EA6A572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AE91C183-79C6-4050-A5C6-16D9FA346F0A}" type="pres">
      <dgm:prSet presAssocID="{EA50C78E-3F2B-45A9-AF6B-799D957CC08B}" presName="parTxOnlySpace" presStyleCnt="0"/>
      <dgm:spPr/>
    </dgm:pt>
    <dgm:pt modelId="{F28EAC6C-4C57-4A99-AF6C-6245744704B1}" type="pres">
      <dgm:prSet presAssocID="{24706E00-AB8C-4500-A9ED-58DADC553A43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8255AC31-D866-4721-96DD-B02012C14DD3}" type="pres">
      <dgm:prSet presAssocID="{7F065387-0477-46B8-BAE9-CC949B9724A8}" presName="parTxOnlySpace" presStyleCnt="0"/>
      <dgm:spPr/>
    </dgm:pt>
    <dgm:pt modelId="{0303BA62-792B-4DAA-93D1-03961A20910D}" type="pres">
      <dgm:prSet presAssocID="{6E292A08-FB6C-49F8-897F-17387061F16B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B46E4420-2BA9-45DA-92EF-3DF021E09A71}" srcId="{196CEF9D-FA64-4C4A-A8A4-AFAFEAEBAEA7}" destId="{D35CF48E-0152-461C-AF0B-721F0EA6A572}" srcOrd="5" destOrd="0" parTransId="{B2E03473-CE39-4774-ABF9-E9C03D8B51DB}" sibTransId="{EA50C78E-3F2B-45A9-AF6B-799D957CC08B}"/>
    <dgm:cxn modelId="{E19F383F-D38D-459D-A217-F8190190B604}" type="presOf" srcId="{CBBF1FCD-2AA2-4C2F-A17C-D565494E1E82}" destId="{681F424A-F4C1-4A9E-8781-5C0E2DF13542}" srcOrd="0" destOrd="0" presId="urn:microsoft.com/office/officeart/2005/8/layout/chevron1"/>
    <dgm:cxn modelId="{2FAC456B-C6A5-40F3-81E2-0E7FB2C38339}" srcId="{196CEF9D-FA64-4C4A-A8A4-AFAFEAEBAEA7}" destId="{DB8307EB-EB33-44A3-9C8B-92B3DD83BB67}" srcOrd="4" destOrd="0" parTransId="{7D8C2CBB-325E-46C3-85FA-A1BB902AF6F7}" sibTransId="{DD8F5ECF-0E10-463F-B0F2-D3CF1196D574}"/>
    <dgm:cxn modelId="{BC675876-303E-4B33-91E8-68699BE990D6}" type="presOf" srcId="{6E292A08-FB6C-49F8-897F-17387061F16B}" destId="{0303BA62-792B-4DAA-93D1-03961A20910D}" srcOrd="0" destOrd="0" presId="urn:microsoft.com/office/officeart/2005/8/layout/chevron1"/>
    <dgm:cxn modelId="{F341257B-9ED1-4919-8A78-DBE54452C16F}" type="presOf" srcId="{D35CF48E-0152-461C-AF0B-721F0EA6A572}" destId="{1761151C-6525-44A6-BEE8-E70735A74FBF}" srcOrd="0" destOrd="0" presId="urn:microsoft.com/office/officeart/2005/8/layout/chevron1"/>
    <dgm:cxn modelId="{119F058A-FF15-4FFA-B529-555C4982DE44}" type="presOf" srcId="{24706E00-AB8C-4500-A9ED-58DADC553A43}" destId="{F28EAC6C-4C57-4A99-AF6C-6245744704B1}" srcOrd="0" destOrd="0" presId="urn:microsoft.com/office/officeart/2005/8/layout/chevron1"/>
    <dgm:cxn modelId="{34D3588E-4EE0-4B0A-87FF-F6F4834C5457}" type="presOf" srcId="{A8245AF8-FF4E-44DC-BD2A-F7381DD05253}" destId="{4FE1025E-586B-42DF-8F79-012726F6F12C}" srcOrd="0" destOrd="0" presId="urn:microsoft.com/office/officeart/2005/8/layout/chevron1"/>
    <dgm:cxn modelId="{EA0E8296-0156-4B59-A902-2A0662FBA900}" type="presOf" srcId="{B298CB62-43D2-4C29-8A30-859C3DC1019F}" destId="{C083F150-E559-4D65-A79C-9BA13AB7741C}" srcOrd="0" destOrd="0" presId="urn:microsoft.com/office/officeart/2005/8/layout/chevron1"/>
    <dgm:cxn modelId="{310FB5A7-6211-4E61-BA62-B27C587848A4}" srcId="{196CEF9D-FA64-4C4A-A8A4-AFAFEAEBAEA7}" destId="{A8245AF8-FF4E-44DC-BD2A-F7381DD05253}" srcOrd="3" destOrd="0" parTransId="{3949EB70-5EEC-45A6-B99E-5170D98A4495}" sibTransId="{C1556868-B883-4CE0-B6CD-3DF38DE65449}"/>
    <dgm:cxn modelId="{3FD4CFB6-2CF4-49AC-AAC8-369C2FE7427C}" type="presOf" srcId="{196CEF9D-FA64-4C4A-A8A4-AFAFEAEBAEA7}" destId="{42DB7F9B-7EC9-4E7F-9204-C7C2F2BE10C9}" srcOrd="0" destOrd="0" presId="urn:microsoft.com/office/officeart/2005/8/layout/chevron1"/>
    <dgm:cxn modelId="{FAFD3BB7-FB61-4639-8C29-E537DBB55E70}" srcId="{196CEF9D-FA64-4C4A-A8A4-AFAFEAEBAEA7}" destId="{24706E00-AB8C-4500-A9ED-58DADC553A43}" srcOrd="6" destOrd="0" parTransId="{78C463B5-4D0F-491F-B2B2-D22A224397CA}" sibTransId="{7F065387-0477-46B8-BAE9-CC949B9724A8}"/>
    <dgm:cxn modelId="{2764B9C7-E3F7-4110-8AE4-77E9D9136F67}" srcId="{196CEF9D-FA64-4C4A-A8A4-AFAFEAEBAEA7}" destId="{6E292A08-FB6C-49F8-897F-17387061F16B}" srcOrd="7" destOrd="0" parTransId="{CE4D0823-0977-4DD5-870D-6210F908A9AD}" sibTransId="{119D9C90-6F0B-40A5-9183-207EB8FDB078}"/>
    <dgm:cxn modelId="{F25337CD-4086-4EDD-99CB-3FB61ABB6020}" srcId="{196CEF9D-FA64-4C4A-A8A4-AFAFEAEBAEA7}" destId="{CBBF1FCD-2AA2-4C2F-A17C-D565494E1E82}" srcOrd="1" destOrd="0" parTransId="{BF4EFBC5-70AF-428C-AEC3-8FBE39E5B392}" sibTransId="{F628070C-2894-48B7-AFD3-710C7350009C}"/>
    <dgm:cxn modelId="{1E9E1DD6-961B-4BC8-997A-B9292F6EAA79}" srcId="{196CEF9D-FA64-4C4A-A8A4-AFAFEAEBAEA7}" destId="{CB220D77-F89E-437E-AE81-583D43C43591}" srcOrd="2" destOrd="0" parTransId="{1A6A9497-5FC3-442C-A672-E01E833EC14E}" sibTransId="{5BD9D47C-3D46-4F49-9F3F-7C84361B5197}"/>
    <dgm:cxn modelId="{15055DDC-F7C2-4069-88B1-4369E8D266E7}" type="presOf" srcId="{DB8307EB-EB33-44A3-9C8B-92B3DD83BB67}" destId="{1482404C-42F1-4F0B-A067-92B5A95074F5}" srcOrd="0" destOrd="0" presId="urn:microsoft.com/office/officeart/2005/8/layout/chevron1"/>
    <dgm:cxn modelId="{F942D1FB-90A8-4452-BCC9-586093DF0E63}" type="presOf" srcId="{CB220D77-F89E-437E-AE81-583D43C43591}" destId="{83DF1333-6A78-485C-A9E1-953A24E6F6DA}" srcOrd="0" destOrd="0" presId="urn:microsoft.com/office/officeart/2005/8/layout/chevron1"/>
    <dgm:cxn modelId="{0BAE90FC-FAF0-46D1-ADB1-87EAB8753897}" srcId="{196CEF9D-FA64-4C4A-A8A4-AFAFEAEBAEA7}" destId="{B298CB62-43D2-4C29-8A30-859C3DC1019F}" srcOrd="0" destOrd="0" parTransId="{D8ABC785-6EB8-4B19-BC55-3D7857522D3F}" sibTransId="{269D12D4-A3B9-4158-91CA-83DD1015B77E}"/>
    <dgm:cxn modelId="{DE8733C4-5A65-4BBD-84DA-CAB8A705BF9A}" type="presParOf" srcId="{42DB7F9B-7EC9-4E7F-9204-C7C2F2BE10C9}" destId="{C083F150-E559-4D65-A79C-9BA13AB7741C}" srcOrd="0" destOrd="0" presId="urn:microsoft.com/office/officeart/2005/8/layout/chevron1"/>
    <dgm:cxn modelId="{A06599BD-4EFB-4D90-B1D0-262692095783}" type="presParOf" srcId="{42DB7F9B-7EC9-4E7F-9204-C7C2F2BE10C9}" destId="{5385CC57-E7F3-48C9-BA56-9E13B65EE016}" srcOrd="1" destOrd="0" presId="urn:microsoft.com/office/officeart/2005/8/layout/chevron1"/>
    <dgm:cxn modelId="{074B6E30-292E-41D4-963F-6CA76E0D1395}" type="presParOf" srcId="{42DB7F9B-7EC9-4E7F-9204-C7C2F2BE10C9}" destId="{681F424A-F4C1-4A9E-8781-5C0E2DF13542}" srcOrd="2" destOrd="0" presId="urn:microsoft.com/office/officeart/2005/8/layout/chevron1"/>
    <dgm:cxn modelId="{45F08305-CD3E-4BD8-B99C-7AA77BEEF9F5}" type="presParOf" srcId="{42DB7F9B-7EC9-4E7F-9204-C7C2F2BE10C9}" destId="{E2B1B873-0CF9-4F53-817B-D559F2840919}" srcOrd="3" destOrd="0" presId="urn:microsoft.com/office/officeart/2005/8/layout/chevron1"/>
    <dgm:cxn modelId="{6E4C5F97-1B91-4E3A-A781-09E7F7C6B041}" type="presParOf" srcId="{42DB7F9B-7EC9-4E7F-9204-C7C2F2BE10C9}" destId="{83DF1333-6A78-485C-A9E1-953A24E6F6DA}" srcOrd="4" destOrd="0" presId="urn:microsoft.com/office/officeart/2005/8/layout/chevron1"/>
    <dgm:cxn modelId="{023367A0-FFE0-473B-9E7E-C40B45F40E30}" type="presParOf" srcId="{42DB7F9B-7EC9-4E7F-9204-C7C2F2BE10C9}" destId="{2E50E8F0-C7C5-45CF-AF1B-E1BB191BBB7C}" srcOrd="5" destOrd="0" presId="urn:microsoft.com/office/officeart/2005/8/layout/chevron1"/>
    <dgm:cxn modelId="{81BA74DA-8D33-463C-866D-06A758C2860B}" type="presParOf" srcId="{42DB7F9B-7EC9-4E7F-9204-C7C2F2BE10C9}" destId="{4FE1025E-586B-42DF-8F79-012726F6F12C}" srcOrd="6" destOrd="0" presId="urn:microsoft.com/office/officeart/2005/8/layout/chevron1"/>
    <dgm:cxn modelId="{9C8547A4-A605-4523-A81E-5EE2AB301226}" type="presParOf" srcId="{42DB7F9B-7EC9-4E7F-9204-C7C2F2BE10C9}" destId="{CB9145CE-6B5A-4027-8976-009EB242E4CD}" srcOrd="7" destOrd="0" presId="urn:microsoft.com/office/officeart/2005/8/layout/chevron1"/>
    <dgm:cxn modelId="{048316DE-7C0D-4617-92E7-AA179077FE06}" type="presParOf" srcId="{42DB7F9B-7EC9-4E7F-9204-C7C2F2BE10C9}" destId="{1482404C-42F1-4F0B-A067-92B5A95074F5}" srcOrd="8" destOrd="0" presId="urn:microsoft.com/office/officeart/2005/8/layout/chevron1"/>
    <dgm:cxn modelId="{31A47DD2-C43A-4E2A-B92B-BDAD6C2F0CD3}" type="presParOf" srcId="{42DB7F9B-7EC9-4E7F-9204-C7C2F2BE10C9}" destId="{A9EB445A-B08E-4FFE-B99A-91A3058E0C3D}" srcOrd="9" destOrd="0" presId="urn:microsoft.com/office/officeart/2005/8/layout/chevron1"/>
    <dgm:cxn modelId="{5C1D8B9C-16D5-4753-B180-4F673E32B7F6}" type="presParOf" srcId="{42DB7F9B-7EC9-4E7F-9204-C7C2F2BE10C9}" destId="{1761151C-6525-44A6-BEE8-E70735A74FBF}" srcOrd="10" destOrd="0" presId="urn:microsoft.com/office/officeart/2005/8/layout/chevron1"/>
    <dgm:cxn modelId="{F970C1CB-75A2-44C1-B30E-E1CAAD0543D2}" type="presParOf" srcId="{42DB7F9B-7EC9-4E7F-9204-C7C2F2BE10C9}" destId="{AE91C183-79C6-4050-A5C6-16D9FA346F0A}" srcOrd="11" destOrd="0" presId="urn:microsoft.com/office/officeart/2005/8/layout/chevron1"/>
    <dgm:cxn modelId="{6FCBA999-7BB3-4B2D-AE9E-48A2C20A6962}" type="presParOf" srcId="{42DB7F9B-7EC9-4E7F-9204-C7C2F2BE10C9}" destId="{F28EAC6C-4C57-4A99-AF6C-6245744704B1}" srcOrd="12" destOrd="0" presId="urn:microsoft.com/office/officeart/2005/8/layout/chevron1"/>
    <dgm:cxn modelId="{987DBA9A-0832-4E96-83D7-D6434FD76379}" type="presParOf" srcId="{42DB7F9B-7EC9-4E7F-9204-C7C2F2BE10C9}" destId="{8255AC31-D866-4721-96DD-B02012C14DD3}" srcOrd="13" destOrd="0" presId="urn:microsoft.com/office/officeart/2005/8/layout/chevron1"/>
    <dgm:cxn modelId="{6D4F6538-AD2F-429D-8293-C6637062D967}" type="presParOf" srcId="{42DB7F9B-7EC9-4E7F-9204-C7C2F2BE10C9}" destId="{0303BA62-792B-4DAA-93D1-03961A20910D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96CEF9D-FA64-4C4A-A8A4-AFAFEAEBAEA7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B298CB62-43D2-4C29-8A30-859C3DC1019F}">
      <dgm:prSet phldrT="[Texto]" phldr="0" custT="1"/>
      <dgm:spPr/>
      <dgm:t>
        <a:bodyPr/>
        <a:lstStyle/>
        <a:p>
          <a:r>
            <a:rPr lang="es-ES" sz="900" b="0" dirty="0"/>
            <a:t>Recopilar requerimientos</a:t>
          </a:r>
          <a:endParaRPr lang="es-PE" sz="900" b="0" dirty="0"/>
        </a:p>
      </dgm:t>
    </dgm:pt>
    <dgm:pt modelId="{D8ABC785-6EB8-4B19-BC55-3D7857522D3F}" type="parTrans" cxnId="{0BAE90FC-FAF0-46D1-ADB1-87EAB8753897}">
      <dgm:prSet/>
      <dgm:spPr/>
      <dgm:t>
        <a:bodyPr/>
        <a:lstStyle/>
        <a:p>
          <a:endParaRPr lang="es-PE"/>
        </a:p>
      </dgm:t>
    </dgm:pt>
    <dgm:pt modelId="{269D12D4-A3B9-4158-91CA-83DD1015B77E}" type="sibTrans" cxnId="{0BAE90FC-FAF0-46D1-ADB1-87EAB8753897}">
      <dgm:prSet/>
      <dgm:spPr/>
      <dgm:t>
        <a:bodyPr/>
        <a:lstStyle/>
        <a:p>
          <a:endParaRPr lang="es-PE"/>
        </a:p>
      </dgm:t>
    </dgm:pt>
    <dgm:pt modelId="{CBBF1FCD-2AA2-4C2F-A17C-D565494E1E82}">
      <dgm:prSet phldrT="[Texto]" phldr="0" custT="1"/>
      <dgm:spPr/>
      <dgm:t>
        <a:bodyPr/>
        <a:lstStyle/>
        <a:p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gm:t>
    </dgm:pt>
    <dgm:pt modelId="{BF4EFBC5-70AF-428C-AEC3-8FBE39E5B392}" type="parTrans" cxnId="{F25337CD-4086-4EDD-99CB-3FB61ABB6020}">
      <dgm:prSet/>
      <dgm:spPr/>
      <dgm:t>
        <a:bodyPr/>
        <a:lstStyle/>
        <a:p>
          <a:endParaRPr lang="es-PE"/>
        </a:p>
      </dgm:t>
    </dgm:pt>
    <dgm:pt modelId="{F628070C-2894-48B7-AFD3-710C7350009C}" type="sibTrans" cxnId="{F25337CD-4086-4EDD-99CB-3FB61ABB6020}">
      <dgm:prSet/>
      <dgm:spPr/>
      <dgm:t>
        <a:bodyPr/>
        <a:lstStyle/>
        <a:p>
          <a:endParaRPr lang="es-PE"/>
        </a:p>
      </dgm:t>
    </dgm:pt>
    <dgm:pt modelId="{CB220D77-F89E-437E-AE81-583D43C43591}">
      <dgm:prSet phldrT="[Texto]" phldr="0" custT="1"/>
      <dgm:spPr/>
      <dgm:t>
        <a:bodyPr/>
        <a:lstStyle/>
        <a:p>
          <a:r>
            <a:rPr lang="es-ES" sz="900" b="0" dirty="0"/>
            <a:t>Crear</a:t>
          </a:r>
          <a:endParaRPr lang="es-PE" sz="900" b="0" dirty="0"/>
        </a:p>
      </dgm:t>
    </dgm:pt>
    <dgm:pt modelId="{1A6A9497-5FC3-442C-A672-E01E833EC14E}" type="parTrans" cxnId="{1E9E1DD6-961B-4BC8-997A-B9292F6EAA79}">
      <dgm:prSet/>
      <dgm:spPr/>
      <dgm:t>
        <a:bodyPr/>
        <a:lstStyle/>
        <a:p>
          <a:endParaRPr lang="es-PE"/>
        </a:p>
      </dgm:t>
    </dgm:pt>
    <dgm:pt modelId="{5BD9D47C-3D46-4F49-9F3F-7C84361B5197}" type="sibTrans" cxnId="{1E9E1DD6-961B-4BC8-997A-B9292F6EAA79}">
      <dgm:prSet/>
      <dgm:spPr/>
      <dgm:t>
        <a:bodyPr/>
        <a:lstStyle/>
        <a:p>
          <a:endParaRPr lang="es-PE"/>
        </a:p>
      </dgm:t>
    </dgm:pt>
    <dgm:pt modelId="{A8245AF8-FF4E-44DC-BD2A-F7381DD05253}">
      <dgm:prSet phldrT="[Texto]" phldr="0" custT="1"/>
      <dgm:spPr/>
      <dgm:t>
        <a:bodyPr/>
        <a:lstStyle/>
        <a:p>
          <a:r>
            <a:rPr lang="es-ES" sz="900" dirty="0"/>
            <a:t>Mapear</a:t>
          </a:r>
        </a:p>
        <a:p>
          <a:r>
            <a:rPr lang="es-PE" sz="900" dirty="0"/>
            <a:t>Validar</a:t>
          </a:r>
        </a:p>
        <a:p>
          <a:r>
            <a:rPr lang="es-PE" sz="900" dirty="0"/>
            <a:t>Preparar</a:t>
          </a:r>
        </a:p>
      </dgm:t>
    </dgm:pt>
    <dgm:pt modelId="{3949EB70-5EEC-45A6-B99E-5170D98A4495}" type="parTrans" cxnId="{310FB5A7-6211-4E61-BA62-B27C587848A4}">
      <dgm:prSet/>
      <dgm:spPr/>
      <dgm:t>
        <a:bodyPr/>
        <a:lstStyle/>
        <a:p>
          <a:endParaRPr lang="es-PE"/>
        </a:p>
      </dgm:t>
    </dgm:pt>
    <dgm:pt modelId="{C1556868-B883-4CE0-B6CD-3DF38DE65449}" type="sibTrans" cxnId="{310FB5A7-6211-4E61-BA62-B27C587848A4}">
      <dgm:prSet/>
      <dgm:spPr/>
      <dgm:t>
        <a:bodyPr/>
        <a:lstStyle/>
        <a:p>
          <a:endParaRPr lang="es-PE"/>
        </a:p>
      </dgm:t>
    </dgm:pt>
    <dgm:pt modelId="{DB8307EB-EB33-44A3-9C8B-92B3DD83BB67}">
      <dgm:prSet phldrT="[Texto]" phldr="0" custT="1"/>
      <dgm:spPr/>
      <dgm:t>
        <a:bodyPr/>
        <a:lstStyle/>
        <a:p>
          <a:r>
            <a:rPr lang="es-ES" sz="900" b="1" dirty="0">
              <a:highlight>
                <a:srgbClr val="FFFF00"/>
              </a:highlight>
            </a:rPr>
            <a:t>Mover</a:t>
          </a:r>
        </a:p>
        <a:p>
          <a:r>
            <a:rPr lang="es-PE" sz="900" b="1" dirty="0">
              <a:highlight>
                <a:srgbClr val="FFFF00"/>
              </a:highlight>
            </a:rPr>
            <a:t>Transformar</a:t>
          </a:r>
        </a:p>
        <a:p>
          <a:r>
            <a:rPr lang="es-PE" sz="900" b="1" dirty="0">
              <a:highlight>
                <a:srgbClr val="FFFF00"/>
              </a:highlight>
            </a:rPr>
            <a:t>Integrar</a:t>
          </a:r>
        </a:p>
        <a:p>
          <a:r>
            <a:rPr lang="es-PE" sz="900" b="1" dirty="0">
              <a:highlight>
                <a:srgbClr val="FFFF00"/>
              </a:highlight>
            </a:rPr>
            <a:t>Agregar</a:t>
          </a:r>
        </a:p>
      </dgm:t>
    </dgm:pt>
    <dgm:pt modelId="{7D8C2CBB-325E-46C3-85FA-A1BB902AF6F7}" type="parTrans" cxnId="{2FAC456B-C6A5-40F3-81E2-0E7FB2C38339}">
      <dgm:prSet/>
      <dgm:spPr/>
      <dgm:t>
        <a:bodyPr/>
        <a:lstStyle/>
        <a:p>
          <a:endParaRPr lang="es-PE"/>
        </a:p>
      </dgm:t>
    </dgm:pt>
    <dgm:pt modelId="{DD8F5ECF-0E10-463F-B0F2-D3CF1196D574}" type="sibTrans" cxnId="{2FAC456B-C6A5-40F3-81E2-0E7FB2C38339}">
      <dgm:prSet/>
      <dgm:spPr/>
      <dgm:t>
        <a:bodyPr/>
        <a:lstStyle/>
        <a:p>
          <a:endParaRPr lang="es-PE"/>
        </a:p>
      </dgm:t>
    </dgm:pt>
    <dgm:pt modelId="{24706E00-AB8C-4500-A9ED-58DADC553A43}">
      <dgm:prSet phldrT="[Texto]" phldr="0" custT="1"/>
      <dgm:spPr/>
      <dgm:t>
        <a:bodyPr/>
        <a:lstStyle/>
        <a:p>
          <a:r>
            <a:rPr lang="es-ES" sz="900" dirty="0"/>
            <a:t>Analizar</a:t>
          </a:r>
        </a:p>
        <a:p>
          <a:r>
            <a:rPr lang="es-PE" sz="900" dirty="0"/>
            <a:t>Usar</a:t>
          </a:r>
        </a:p>
      </dgm:t>
    </dgm:pt>
    <dgm:pt modelId="{78C463B5-4D0F-491F-B2B2-D22A224397CA}" type="parTrans" cxnId="{FAFD3BB7-FB61-4639-8C29-E537DBB55E70}">
      <dgm:prSet/>
      <dgm:spPr/>
      <dgm:t>
        <a:bodyPr/>
        <a:lstStyle/>
        <a:p>
          <a:endParaRPr lang="es-PE"/>
        </a:p>
      </dgm:t>
    </dgm:pt>
    <dgm:pt modelId="{7F065387-0477-46B8-BAE9-CC949B9724A8}" type="sibTrans" cxnId="{FAFD3BB7-FB61-4639-8C29-E537DBB55E70}">
      <dgm:prSet/>
      <dgm:spPr/>
      <dgm:t>
        <a:bodyPr/>
        <a:lstStyle/>
        <a:p>
          <a:endParaRPr lang="es-PE"/>
        </a:p>
      </dgm:t>
    </dgm:pt>
    <dgm:pt modelId="{6E292A08-FB6C-49F8-897F-17387061F16B}">
      <dgm:prSet phldrT="[Texto]" phldr="0" custT="1"/>
      <dgm:spPr/>
      <dgm:t>
        <a:bodyPr/>
        <a:lstStyle/>
        <a:p>
          <a:r>
            <a:rPr lang="es-ES" sz="900" dirty="0"/>
            <a:t>Almacenar</a:t>
          </a:r>
        </a:p>
        <a:p>
          <a:r>
            <a:rPr lang="es-PE" sz="900" dirty="0"/>
            <a:t>Archivar</a:t>
          </a:r>
        </a:p>
        <a:p>
          <a:r>
            <a:rPr lang="es-PE" sz="900" dirty="0"/>
            <a:t>Eliminar</a:t>
          </a:r>
        </a:p>
      </dgm:t>
    </dgm:pt>
    <dgm:pt modelId="{CE4D0823-0977-4DD5-870D-6210F908A9AD}" type="parTrans" cxnId="{2764B9C7-E3F7-4110-8AE4-77E9D9136F67}">
      <dgm:prSet/>
      <dgm:spPr/>
      <dgm:t>
        <a:bodyPr/>
        <a:lstStyle/>
        <a:p>
          <a:endParaRPr lang="es-PE"/>
        </a:p>
      </dgm:t>
    </dgm:pt>
    <dgm:pt modelId="{119D9C90-6F0B-40A5-9183-207EB8FDB078}" type="sibTrans" cxnId="{2764B9C7-E3F7-4110-8AE4-77E9D9136F67}">
      <dgm:prSet/>
      <dgm:spPr/>
      <dgm:t>
        <a:bodyPr/>
        <a:lstStyle/>
        <a:p>
          <a:endParaRPr lang="es-PE"/>
        </a:p>
      </dgm:t>
    </dgm:pt>
    <dgm:pt modelId="{D35CF48E-0152-461C-AF0B-721F0EA6A572}">
      <dgm:prSet phldrT="[Texto]" phldr="0" custT="1"/>
      <dgm:spPr/>
      <dgm:t>
        <a:bodyPr/>
        <a:lstStyle/>
        <a:p>
          <a:r>
            <a:rPr lang="es-ES" sz="900" dirty="0"/>
            <a:t>Validar</a:t>
          </a:r>
        </a:p>
        <a:p>
          <a:r>
            <a:rPr lang="es-PE" sz="900" dirty="0"/>
            <a:t>Compartir</a:t>
          </a:r>
        </a:p>
        <a:p>
          <a:r>
            <a:rPr lang="es-PE" sz="900" dirty="0"/>
            <a:t>Entregar</a:t>
          </a:r>
        </a:p>
      </dgm:t>
    </dgm:pt>
    <dgm:pt modelId="{B2E03473-CE39-4774-ABF9-E9C03D8B51DB}" type="parTrans" cxnId="{B46E4420-2BA9-45DA-92EF-3DF021E09A71}">
      <dgm:prSet/>
      <dgm:spPr/>
      <dgm:t>
        <a:bodyPr/>
        <a:lstStyle/>
        <a:p>
          <a:endParaRPr lang="es-PE"/>
        </a:p>
      </dgm:t>
    </dgm:pt>
    <dgm:pt modelId="{EA50C78E-3F2B-45A9-AF6B-799D957CC08B}" type="sibTrans" cxnId="{B46E4420-2BA9-45DA-92EF-3DF021E09A71}">
      <dgm:prSet/>
      <dgm:spPr/>
      <dgm:t>
        <a:bodyPr/>
        <a:lstStyle/>
        <a:p>
          <a:endParaRPr lang="es-PE"/>
        </a:p>
      </dgm:t>
    </dgm:pt>
    <dgm:pt modelId="{42DB7F9B-7EC9-4E7F-9204-C7C2F2BE10C9}" type="pres">
      <dgm:prSet presAssocID="{196CEF9D-FA64-4C4A-A8A4-AFAFEAEBAEA7}" presName="Name0" presStyleCnt="0">
        <dgm:presLayoutVars>
          <dgm:dir/>
          <dgm:animLvl val="lvl"/>
          <dgm:resizeHandles val="exact"/>
        </dgm:presLayoutVars>
      </dgm:prSet>
      <dgm:spPr/>
    </dgm:pt>
    <dgm:pt modelId="{C083F150-E559-4D65-A79C-9BA13AB7741C}" type="pres">
      <dgm:prSet presAssocID="{B298CB62-43D2-4C29-8A30-859C3DC1019F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5385CC57-E7F3-48C9-BA56-9E13B65EE016}" type="pres">
      <dgm:prSet presAssocID="{269D12D4-A3B9-4158-91CA-83DD1015B77E}" presName="parTxOnlySpace" presStyleCnt="0"/>
      <dgm:spPr/>
    </dgm:pt>
    <dgm:pt modelId="{681F424A-F4C1-4A9E-8781-5C0E2DF13542}" type="pres">
      <dgm:prSet presAssocID="{CBBF1FCD-2AA2-4C2F-A17C-D565494E1E82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E2B1B873-0CF9-4F53-817B-D559F2840919}" type="pres">
      <dgm:prSet presAssocID="{F628070C-2894-48B7-AFD3-710C7350009C}" presName="parTxOnlySpace" presStyleCnt="0"/>
      <dgm:spPr/>
    </dgm:pt>
    <dgm:pt modelId="{83DF1333-6A78-485C-A9E1-953A24E6F6DA}" type="pres">
      <dgm:prSet presAssocID="{CB220D77-F89E-437E-AE81-583D43C43591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2E50E8F0-C7C5-45CF-AF1B-E1BB191BBB7C}" type="pres">
      <dgm:prSet presAssocID="{5BD9D47C-3D46-4F49-9F3F-7C84361B5197}" presName="parTxOnlySpace" presStyleCnt="0"/>
      <dgm:spPr/>
    </dgm:pt>
    <dgm:pt modelId="{4FE1025E-586B-42DF-8F79-012726F6F12C}" type="pres">
      <dgm:prSet presAssocID="{A8245AF8-FF4E-44DC-BD2A-F7381DD05253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CB9145CE-6B5A-4027-8976-009EB242E4CD}" type="pres">
      <dgm:prSet presAssocID="{C1556868-B883-4CE0-B6CD-3DF38DE65449}" presName="parTxOnlySpace" presStyleCnt="0"/>
      <dgm:spPr/>
    </dgm:pt>
    <dgm:pt modelId="{1482404C-42F1-4F0B-A067-92B5A95074F5}" type="pres">
      <dgm:prSet presAssocID="{DB8307EB-EB33-44A3-9C8B-92B3DD83BB67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A9EB445A-B08E-4FFE-B99A-91A3058E0C3D}" type="pres">
      <dgm:prSet presAssocID="{DD8F5ECF-0E10-463F-B0F2-D3CF1196D574}" presName="parTxOnlySpace" presStyleCnt="0"/>
      <dgm:spPr/>
    </dgm:pt>
    <dgm:pt modelId="{1761151C-6525-44A6-BEE8-E70735A74FBF}" type="pres">
      <dgm:prSet presAssocID="{D35CF48E-0152-461C-AF0B-721F0EA6A572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AE91C183-79C6-4050-A5C6-16D9FA346F0A}" type="pres">
      <dgm:prSet presAssocID="{EA50C78E-3F2B-45A9-AF6B-799D957CC08B}" presName="parTxOnlySpace" presStyleCnt="0"/>
      <dgm:spPr/>
    </dgm:pt>
    <dgm:pt modelId="{F28EAC6C-4C57-4A99-AF6C-6245744704B1}" type="pres">
      <dgm:prSet presAssocID="{24706E00-AB8C-4500-A9ED-58DADC553A43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8255AC31-D866-4721-96DD-B02012C14DD3}" type="pres">
      <dgm:prSet presAssocID="{7F065387-0477-46B8-BAE9-CC949B9724A8}" presName="parTxOnlySpace" presStyleCnt="0"/>
      <dgm:spPr/>
    </dgm:pt>
    <dgm:pt modelId="{0303BA62-792B-4DAA-93D1-03961A20910D}" type="pres">
      <dgm:prSet presAssocID="{6E292A08-FB6C-49F8-897F-17387061F16B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B46E4420-2BA9-45DA-92EF-3DF021E09A71}" srcId="{196CEF9D-FA64-4C4A-A8A4-AFAFEAEBAEA7}" destId="{D35CF48E-0152-461C-AF0B-721F0EA6A572}" srcOrd="5" destOrd="0" parTransId="{B2E03473-CE39-4774-ABF9-E9C03D8B51DB}" sibTransId="{EA50C78E-3F2B-45A9-AF6B-799D957CC08B}"/>
    <dgm:cxn modelId="{E19F383F-D38D-459D-A217-F8190190B604}" type="presOf" srcId="{CBBF1FCD-2AA2-4C2F-A17C-D565494E1E82}" destId="{681F424A-F4C1-4A9E-8781-5C0E2DF13542}" srcOrd="0" destOrd="0" presId="urn:microsoft.com/office/officeart/2005/8/layout/chevron1"/>
    <dgm:cxn modelId="{2FAC456B-C6A5-40F3-81E2-0E7FB2C38339}" srcId="{196CEF9D-FA64-4C4A-A8A4-AFAFEAEBAEA7}" destId="{DB8307EB-EB33-44A3-9C8B-92B3DD83BB67}" srcOrd="4" destOrd="0" parTransId="{7D8C2CBB-325E-46C3-85FA-A1BB902AF6F7}" sibTransId="{DD8F5ECF-0E10-463F-B0F2-D3CF1196D574}"/>
    <dgm:cxn modelId="{BC675876-303E-4B33-91E8-68699BE990D6}" type="presOf" srcId="{6E292A08-FB6C-49F8-897F-17387061F16B}" destId="{0303BA62-792B-4DAA-93D1-03961A20910D}" srcOrd="0" destOrd="0" presId="urn:microsoft.com/office/officeart/2005/8/layout/chevron1"/>
    <dgm:cxn modelId="{F341257B-9ED1-4919-8A78-DBE54452C16F}" type="presOf" srcId="{D35CF48E-0152-461C-AF0B-721F0EA6A572}" destId="{1761151C-6525-44A6-BEE8-E70735A74FBF}" srcOrd="0" destOrd="0" presId="urn:microsoft.com/office/officeart/2005/8/layout/chevron1"/>
    <dgm:cxn modelId="{119F058A-FF15-4FFA-B529-555C4982DE44}" type="presOf" srcId="{24706E00-AB8C-4500-A9ED-58DADC553A43}" destId="{F28EAC6C-4C57-4A99-AF6C-6245744704B1}" srcOrd="0" destOrd="0" presId="urn:microsoft.com/office/officeart/2005/8/layout/chevron1"/>
    <dgm:cxn modelId="{34D3588E-4EE0-4B0A-87FF-F6F4834C5457}" type="presOf" srcId="{A8245AF8-FF4E-44DC-BD2A-F7381DD05253}" destId="{4FE1025E-586B-42DF-8F79-012726F6F12C}" srcOrd="0" destOrd="0" presId="urn:microsoft.com/office/officeart/2005/8/layout/chevron1"/>
    <dgm:cxn modelId="{EA0E8296-0156-4B59-A902-2A0662FBA900}" type="presOf" srcId="{B298CB62-43D2-4C29-8A30-859C3DC1019F}" destId="{C083F150-E559-4D65-A79C-9BA13AB7741C}" srcOrd="0" destOrd="0" presId="urn:microsoft.com/office/officeart/2005/8/layout/chevron1"/>
    <dgm:cxn modelId="{310FB5A7-6211-4E61-BA62-B27C587848A4}" srcId="{196CEF9D-FA64-4C4A-A8A4-AFAFEAEBAEA7}" destId="{A8245AF8-FF4E-44DC-BD2A-F7381DD05253}" srcOrd="3" destOrd="0" parTransId="{3949EB70-5EEC-45A6-B99E-5170D98A4495}" sibTransId="{C1556868-B883-4CE0-B6CD-3DF38DE65449}"/>
    <dgm:cxn modelId="{3FD4CFB6-2CF4-49AC-AAC8-369C2FE7427C}" type="presOf" srcId="{196CEF9D-FA64-4C4A-A8A4-AFAFEAEBAEA7}" destId="{42DB7F9B-7EC9-4E7F-9204-C7C2F2BE10C9}" srcOrd="0" destOrd="0" presId="urn:microsoft.com/office/officeart/2005/8/layout/chevron1"/>
    <dgm:cxn modelId="{FAFD3BB7-FB61-4639-8C29-E537DBB55E70}" srcId="{196CEF9D-FA64-4C4A-A8A4-AFAFEAEBAEA7}" destId="{24706E00-AB8C-4500-A9ED-58DADC553A43}" srcOrd="6" destOrd="0" parTransId="{78C463B5-4D0F-491F-B2B2-D22A224397CA}" sibTransId="{7F065387-0477-46B8-BAE9-CC949B9724A8}"/>
    <dgm:cxn modelId="{2764B9C7-E3F7-4110-8AE4-77E9D9136F67}" srcId="{196CEF9D-FA64-4C4A-A8A4-AFAFEAEBAEA7}" destId="{6E292A08-FB6C-49F8-897F-17387061F16B}" srcOrd="7" destOrd="0" parTransId="{CE4D0823-0977-4DD5-870D-6210F908A9AD}" sibTransId="{119D9C90-6F0B-40A5-9183-207EB8FDB078}"/>
    <dgm:cxn modelId="{F25337CD-4086-4EDD-99CB-3FB61ABB6020}" srcId="{196CEF9D-FA64-4C4A-A8A4-AFAFEAEBAEA7}" destId="{CBBF1FCD-2AA2-4C2F-A17C-D565494E1E82}" srcOrd="1" destOrd="0" parTransId="{BF4EFBC5-70AF-428C-AEC3-8FBE39E5B392}" sibTransId="{F628070C-2894-48B7-AFD3-710C7350009C}"/>
    <dgm:cxn modelId="{1E9E1DD6-961B-4BC8-997A-B9292F6EAA79}" srcId="{196CEF9D-FA64-4C4A-A8A4-AFAFEAEBAEA7}" destId="{CB220D77-F89E-437E-AE81-583D43C43591}" srcOrd="2" destOrd="0" parTransId="{1A6A9497-5FC3-442C-A672-E01E833EC14E}" sibTransId="{5BD9D47C-3D46-4F49-9F3F-7C84361B5197}"/>
    <dgm:cxn modelId="{15055DDC-F7C2-4069-88B1-4369E8D266E7}" type="presOf" srcId="{DB8307EB-EB33-44A3-9C8B-92B3DD83BB67}" destId="{1482404C-42F1-4F0B-A067-92B5A95074F5}" srcOrd="0" destOrd="0" presId="urn:microsoft.com/office/officeart/2005/8/layout/chevron1"/>
    <dgm:cxn modelId="{F942D1FB-90A8-4452-BCC9-586093DF0E63}" type="presOf" srcId="{CB220D77-F89E-437E-AE81-583D43C43591}" destId="{83DF1333-6A78-485C-A9E1-953A24E6F6DA}" srcOrd="0" destOrd="0" presId="urn:microsoft.com/office/officeart/2005/8/layout/chevron1"/>
    <dgm:cxn modelId="{0BAE90FC-FAF0-46D1-ADB1-87EAB8753897}" srcId="{196CEF9D-FA64-4C4A-A8A4-AFAFEAEBAEA7}" destId="{B298CB62-43D2-4C29-8A30-859C3DC1019F}" srcOrd="0" destOrd="0" parTransId="{D8ABC785-6EB8-4B19-BC55-3D7857522D3F}" sibTransId="{269D12D4-A3B9-4158-91CA-83DD1015B77E}"/>
    <dgm:cxn modelId="{DE8733C4-5A65-4BBD-84DA-CAB8A705BF9A}" type="presParOf" srcId="{42DB7F9B-7EC9-4E7F-9204-C7C2F2BE10C9}" destId="{C083F150-E559-4D65-A79C-9BA13AB7741C}" srcOrd="0" destOrd="0" presId="urn:microsoft.com/office/officeart/2005/8/layout/chevron1"/>
    <dgm:cxn modelId="{A06599BD-4EFB-4D90-B1D0-262692095783}" type="presParOf" srcId="{42DB7F9B-7EC9-4E7F-9204-C7C2F2BE10C9}" destId="{5385CC57-E7F3-48C9-BA56-9E13B65EE016}" srcOrd="1" destOrd="0" presId="urn:microsoft.com/office/officeart/2005/8/layout/chevron1"/>
    <dgm:cxn modelId="{074B6E30-292E-41D4-963F-6CA76E0D1395}" type="presParOf" srcId="{42DB7F9B-7EC9-4E7F-9204-C7C2F2BE10C9}" destId="{681F424A-F4C1-4A9E-8781-5C0E2DF13542}" srcOrd="2" destOrd="0" presId="urn:microsoft.com/office/officeart/2005/8/layout/chevron1"/>
    <dgm:cxn modelId="{45F08305-CD3E-4BD8-B99C-7AA77BEEF9F5}" type="presParOf" srcId="{42DB7F9B-7EC9-4E7F-9204-C7C2F2BE10C9}" destId="{E2B1B873-0CF9-4F53-817B-D559F2840919}" srcOrd="3" destOrd="0" presId="urn:microsoft.com/office/officeart/2005/8/layout/chevron1"/>
    <dgm:cxn modelId="{6E4C5F97-1B91-4E3A-A781-09E7F7C6B041}" type="presParOf" srcId="{42DB7F9B-7EC9-4E7F-9204-C7C2F2BE10C9}" destId="{83DF1333-6A78-485C-A9E1-953A24E6F6DA}" srcOrd="4" destOrd="0" presId="urn:microsoft.com/office/officeart/2005/8/layout/chevron1"/>
    <dgm:cxn modelId="{023367A0-FFE0-473B-9E7E-C40B45F40E30}" type="presParOf" srcId="{42DB7F9B-7EC9-4E7F-9204-C7C2F2BE10C9}" destId="{2E50E8F0-C7C5-45CF-AF1B-E1BB191BBB7C}" srcOrd="5" destOrd="0" presId="urn:microsoft.com/office/officeart/2005/8/layout/chevron1"/>
    <dgm:cxn modelId="{81BA74DA-8D33-463C-866D-06A758C2860B}" type="presParOf" srcId="{42DB7F9B-7EC9-4E7F-9204-C7C2F2BE10C9}" destId="{4FE1025E-586B-42DF-8F79-012726F6F12C}" srcOrd="6" destOrd="0" presId="urn:microsoft.com/office/officeart/2005/8/layout/chevron1"/>
    <dgm:cxn modelId="{9C8547A4-A605-4523-A81E-5EE2AB301226}" type="presParOf" srcId="{42DB7F9B-7EC9-4E7F-9204-C7C2F2BE10C9}" destId="{CB9145CE-6B5A-4027-8976-009EB242E4CD}" srcOrd="7" destOrd="0" presId="urn:microsoft.com/office/officeart/2005/8/layout/chevron1"/>
    <dgm:cxn modelId="{048316DE-7C0D-4617-92E7-AA179077FE06}" type="presParOf" srcId="{42DB7F9B-7EC9-4E7F-9204-C7C2F2BE10C9}" destId="{1482404C-42F1-4F0B-A067-92B5A95074F5}" srcOrd="8" destOrd="0" presId="urn:microsoft.com/office/officeart/2005/8/layout/chevron1"/>
    <dgm:cxn modelId="{31A47DD2-C43A-4E2A-B92B-BDAD6C2F0CD3}" type="presParOf" srcId="{42DB7F9B-7EC9-4E7F-9204-C7C2F2BE10C9}" destId="{A9EB445A-B08E-4FFE-B99A-91A3058E0C3D}" srcOrd="9" destOrd="0" presId="urn:microsoft.com/office/officeart/2005/8/layout/chevron1"/>
    <dgm:cxn modelId="{5C1D8B9C-16D5-4753-B180-4F673E32B7F6}" type="presParOf" srcId="{42DB7F9B-7EC9-4E7F-9204-C7C2F2BE10C9}" destId="{1761151C-6525-44A6-BEE8-E70735A74FBF}" srcOrd="10" destOrd="0" presId="urn:microsoft.com/office/officeart/2005/8/layout/chevron1"/>
    <dgm:cxn modelId="{F970C1CB-75A2-44C1-B30E-E1CAAD0543D2}" type="presParOf" srcId="{42DB7F9B-7EC9-4E7F-9204-C7C2F2BE10C9}" destId="{AE91C183-79C6-4050-A5C6-16D9FA346F0A}" srcOrd="11" destOrd="0" presId="urn:microsoft.com/office/officeart/2005/8/layout/chevron1"/>
    <dgm:cxn modelId="{6FCBA999-7BB3-4B2D-AE9E-48A2C20A6962}" type="presParOf" srcId="{42DB7F9B-7EC9-4E7F-9204-C7C2F2BE10C9}" destId="{F28EAC6C-4C57-4A99-AF6C-6245744704B1}" srcOrd="12" destOrd="0" presId="urn:microsoft.com/office/officeart/2005/8/layout/chevron1"/>
    <dgm:cxn modelId="{987DBA9A-0832-4E96-83D7-D6434FD76379}" type="presParOf" srcId="{42DB7F9B-7EC9-4E7F-9204-C7C2F2BE10C9}" destId="{8255AC31-D866-4721-96DD-B02012C14DD3}" srcOrd="13" destOrd="0" presId="urn:microsoft.com/office/officeart/2005/8/layout/chevron1"/>
    <dgm:cxn modelId="{6D4F6538-AD2F-429D-8293-C6637062D967}" type="presParOf" srcId="{42DB7F9B-7EC9-4E7F-9204-C7C2F2BE10C9}" destId="{0303BA62-792B-4DAA-93D1-03961A20910D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96CEF9D-FA64-4C4A-A8A4-AFAFEAEBAEA7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B298CB62-43D2-4C29-8A30-859C3DC1019F}">
      <dgm:prSet phldrT="[Texto]" phldr="0" custT="1"/>
      <dgm:spPr/>
      <dgm:t>
        <a:bodyPr/>
        <a:lstStyle/>
        <a:p>
          <a:r>
            <a:rPr lang="es-ES" sz="900" b="0" dirty="0"/>
            <a:t>Recopilar requerimientos</a:t>
          </a:r>
          <a:endParaRPr lang="es-PE" sz="900" b="0" dirty="0"/>
        </a:p>
      </dgm:t>
    </dgm:pt>
    <dgm:pt modelId="{D8ABC785-6EB8-4B19-BC55-3D7857522D3F}" type="parTrans" cxnId="{0BAE90FC-FAF0-46D1-ADB1-87EAB8753897}">
      <dgm:prSet/>
      <dgm:spPr/>
      <dgm:t>
        <a:bodyPr/>
        <a:lstStyle/>
        <a:p>
          <a:endParaRPr lang="es-PE"/>
        </a:p>
      </dgm:t>
    </dgm:pt>
    <dgm:pt modelId="{269D12D4-A3B9-4158-91CA-83DD1015B77E}" type="sibTrans" cxnId="{0BAE90FC-FAF0-46D1-ADB1-87EAB8753897}">
      <dgm:prSet/>
      <dgm:spPr/>
      <dgm:t>
        <a:bodyPr/>
        <a:lstStyle/>
        <a:p>
          <a:endParaRPr lang="es-PE"/>
        </a:p>
      </dgm:t>
    </dgm:pt>
    <dgm:pt modelId="{CBBF1FCD-2AA2-4C2F-A17C-D565494E1E82}">
      <dgm:prSet phldrT="[Texto]" phldr="0" custT="1"/>
      <dgm:spPr/>
      <dgm:t>
        <a:bodyPr/>
        <a:lstStyle/>
        <a:p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gm:t>
    </dgm:pt>
    <dgm:pt modelId="{BF4EFBC5-70AF-428C-AEC3-8FBE39E5B392}" type="parTrans" cxnId="{F25337CD-4086-4EDD-99CB-3FB61ABB6020}">
      <dgm:prSet/>
      <dgm:spPr/>
      <dgm:t>
        <a:bodyPr/>
        <a:lstStyle/>
        <a:p>
          <a:endParaRPr lang="es-PE"/>
        </a:p>
      </dgm:t>
    </dgm:pt>
    <dgm:pt modelId="{F628070C-2894-48B7-AFD3-710C7350009C}" type="sibTrans" cxnId="{F25337CD-4086-4EDD-99CB-3FB61ABB6020}">
      <dgm:prSet/>
      <dgm:spPr/>
      <dgm:t>
        <a:bodyPr/>
        <a:lstStyle/>
        <a:p>
          <a:endParaRPr lang="es-PE"/>
        </a:p>
      </dgm:t>
    </dgm:pt>
    <dgm:pt modelId="{CB220D77-F89E-437E-AE81-583D43C43591}">
      <dgm:prSet phldrT="[Texto]" phldr="0" custT="1"/>
      <dgm:spPr/>
      <dgm:t>
        <a:bodyPr/>
        <a:lstStyle/>
        <a:p>
          <a:r>
            <a:rPr lang="es-ES" sz="900" b="0" dirty="0"/>
            <a:t>Crear</a:t>
          </a:r>
          <a:endParaRPr lang="es-PE" sz="900" b="0" dirty="0"/>
        </a:p>
      </dgm:t>
    </dgm:pt>
    <dgm:pt modelId="{1A6A9497-5FC3-442C-A672-E01E833EC14E}" type="parTrans" cxnId="{1E9E1DD6-961B-4BC8-997A-B9292F6EAA79}">
      <dgm:prSet/>
      <dgm:spPr/>
      <dgm:t>
        <a:bodyPr/>
        <a:lstStyle/>
        <a:p>
          <a:endParaRPr lang="es-PE"/>
        </a:p>
      </dgm:t>
    </dgm:pt>
    <dgm:pt modelId="{5BD9D47C-3D46-4F49-9F3F-7C84361B5197}" type="sibTrans" cxnId="{1E9E1DD6-961B-4BC8-997A-B9292F6EAA79}">
      <dgm:prSet/>
      <dgm:spPr/>
      <dgm:t>
        <a:bodyPr/>
        <a:lstStyle/>
        <a:p>
          <a:endParaRPr lang="es-PE"/>
        </a:p>
      </dgm:t>
    </dgm:pt>
    <dgm:pt modelId="{A8245AF8-FF4E-44DC-BD2A-F7381DD05253}">
      <dgm:prSet phldrT="[Texto]" phldr="0" custT="1"/>
      <dgm:spPr/>
      <dgm:t>
        <a:bodyPr/>
        <a:lstStyle/>
        <a:p>
          <a:r>
            <a:rPr lang="es-ES" sz="900" dirty="0"/>
            <a:t>Mapear</a:t>
          </a:r>
        </a:p>
        <a:p>
          <a:r>
            <a:rPr lang="es-PE" sz="900" dirty="0"/>
            <a:t>Validar</a:t>
          </a:r>
        </a:p>
        <a:p>
          <a:r>
            <a:rPr lang="es-PE" sz="900" dirty="0"/>
            <a:t>Preparar</a:t>
          </a:r>
        </a:p>
      </dgm:t>
    </dgm:pt>
    <dgm:pt modelId="{3949EB70-5EEC-45A6-B99E-5170D98A4495}" type="parTrans" cxnId="{310FB5A7-6211-4E61-BA62-B27C587848A4}">
      <dgm:prSet/>
      <dgm:spPr/>
      <dgm:t>
        <a:bodyPr/>
        <a:lstStyle/>
        <a:p>
          <a:endParaRPr lang="es-PE"/>
        </a:p>
      </dgm:t>
    </dgm:pt>
    <dgm:pt modelId="{C1556868-B883-4CE0-B6CD-3DF38DE65449}" type="sibTrans" cxnId="{310FB5A7-6211-4E61-BA62-B27C587848A4}">
      <dgm:prSet/>
      <dgm:spPr/>
      <dgm:t>
        <a:bodyPr/>
        <a:lstStyle/>
        <a:p>
          <a:endParaRPr lang="es-PE"/>
        </a:p>
      </dgm:t>
    </dgm:pt>
    <dgm:pt modelId="{DB8307EB-EB33-44A3-9C8B-92B3DD83BB67}">
      <dgm:prSet phldrT="[Texto]" phldr="0" custT="1"/>
      <dgm:spPr/>
      <dgm:t>
        <a:bodyPr/>
        <a:lstStyle/>
        <a:p>
          <a:r>
            <a:rPr lang="es-ES" sz="900" dirty="0"/>
            <a:t>Mover</a:t>
          </a:r>
        </a:p>
        <a:p>
          <a:r>
            <a:rPr lang="es-PE" sz="900" dirty="0"/>
            <a:t>Transformar</a:t>
          </a:r>
        </a:p>
        <a:p>
          <a:r>
            <a:rPr lang="es-PE" sz="900" dirty="0"/>
            <a:t>Integrar</a:t>
          </a:r>
        </a:p>
        <a:p>
          <a:r>
            <a:rPr lang="es-PE" sz="900" dirty="0"/>
            <a:t>Agregar</a:t>
          </a:r>
        </a:p>
      </dgm:t>
    </dgm:pt>
    <dgm:pt modelId="{7D8C2CBB-325E-46C3-85FA-A1BB902AF6F7}" type="parTrans" cxnId="{2FAC456B-C6A5-40F3-81E2-0E7FB2C38339}">
      <dgm:prSet/>
      <dgm:spPr/>
      <dgm:t>
        <a:bodyPr/>
        <a:lstStyle/>
        <a:p>
          <a:endParaRPr lang="es-PE"/>
        </a:p>
      </dgm:t>
    </dgm:pt>
    <dgm:pt modelId="{DD8F5ECF-0E10-463F-B0F2-D3CF1196D574}" type="sibTrans" cxnId="{2FAC456B-C6A5-40F3-81E2-0E7FB2C38339}">
      <dgm:prSet/>
      <dgm:spPr/>
      <dgm:t>
        <a:bodyPr/>
        <a:lstStyle/>
        <a:p>
          <a:endParaRPr lang="es-PE"/>
        </a:p>
      </dgm:t>
    </dgm:pt>
    <dgm:pt modelId="{24706E00-AB8C-4500-A9ED-58DADC553A43}">
      <dgm:prSet phldrT="[Texto]" phldr="0" custT="1"/>
      <dgm:spPr/>
      <dgm:t>
        <a:bodyPr/>
        <a:lstStyle/>
        <a:p>
          <a:r>
            <a:rPr lang="es-ES" sz="900" dirty="0"/>
            <a:t>Analizar</a:t>
          </a:r>
        </a:p>
        <a:p>
          <a:r>
            <a:rPr lang="es-PE" sz="900" dirty="0"/>
            <a:t>Usar</a:t>
          </a:r>
        </a:p>
      </dgm:t>
    </dgm:pt>
    <dgm:pt modelId="{78C463B5-4D0F-491F-B2B2-D22A224397CA}" type="parTrans" cxnId="{FAFD3BB7-FB61-4639-8C29-E537DBB55E70}">
      <dgm:prSet/>
      <dgm:spPr/>
      <dgm:t>
        <a:bodyPr/>
        <a:lstStyle/>
        <a:p>
          <a:endParaRPr lang="es-PE"/>
        </a:p>
      </dgm:t>
    </dgm:pt>
    <dgm:pt modelId="{7F065387-0477-46B8-BAE9-CC949B9724A8}" type="sibTrans" cxnId="{FAFD3BB7-FB61-4639-8C29-E537DBB55E70}">
      <dgm:prSet/>
      <dgm:spPr/>
      <dgm:t>
        <a:bodyPr/>
        <a:lstStyle/>
        <a:p>
          <a:endParaRPr lang="es-PE"/>
        </a:p>
      </dgm:t>
    </dgm:pt>
    <dgm:pt modelId="{6E292A08-FB6C-49F8-897F-17387061F16B}">
      <dgm:prSet phldrT="[Texto]" phldr="0" custT="1"/>
      <dgm:spPr/>
      <dgm:t>
        <a:bodyPr/>
        <a:lstStyle/>
        <a:p>
          <a:r>
            <a:rPr lang="es-ES" sz="900" dirty="0"/>
            <a:t>Almacenar</a:t>
          </a:r>
        </a:p>
        <a:p>
          <a:r>
            <a:rPr lang="es-PE" sz="900" dirty="0"/>
            <a:t>Archivar</a:t>
          </a:r>
        </a:p>
        <a:p>
          <a:r>
            <a:rPr lang="es-PE" sz="900" dirty="0"/>
            <a:t>Eliminar</a:t>
          </a:r>
        </a:p>
      </dgm:t>
    </dgm:pt>
    <dgm:pt modelId="{CE4D0823-0977-4DD5-870D-6210F908A9AD}" type="parTrans" cxnId="{2764B9C7-E3F7-4110-8AE4-77E9D9136F67}">
      <dgm:prSet/>
      <dgm:spPr/>
      <dgm:t>
        <a:bodyPr/>
        <a:lstStyle/>
        <a:p>
          <a:endParaRPr lang="es-PE"/>
        </a:p>
      </dgm:t>
    </dgm:pt>
    <dgm:pt modelId="{119D9C90-6F0B-40A5-9183-207EB8FDB078}" type="sibTrans" cxnId="{2764B9C7-E3F7-4110-8AE4-77E9D9136F67}">
      <dgm:prSet/>
      <dgm:spPr/>
      <dgm:t>
        <a:bodyPr/>
        <a:lstStyle/>
        <a:p>
          <a:endParaRPr lang="es-PE"/>
        </a:p>
      </dgm:t>
    </dgm:pt>
    <dgm:pt modelId="{D35CF48E-0152-461C-AF0B-721F0EA6A572}">
      <dgm:prSet phldrT="[Texto]" phldr="0" custT="1"/>
      <dgm:spPr/>
      <dgm:t>
        <a:bodyPr/>
        <a:lstStyle/>
        <a:p>
          <a:r>
            <a:rPr lang="es-ES" sz="900" b="1" dirty="0">
              <a:highlight>
                <a:srgbClr val="FFFF00"/>
              </a:highlight>
            </a:rPr>
            <a:t>Validar</a:t>
          </a:r>
        </a:p>
        <a:p>
          <a:r>
            <a:rPr lang="es-PE" sz="900" b="1" dirty="0">
              <a:highlight>
                <a:srgbClr val="FFFF00"/>
              </a:highlight>
            </a:rPr>
            <a:t>Compartir</a:t>
          </a:r>
        </a:p>
        <a:p>
          <a:r>
            <a:rPr lang="es-PE" sz="900" b="1" dirty="0">
              <a:highlight>
                <a:srgbClr val="FFFF00"/>
              </a:highlight>
            </a:rPr>
            <a:t>Entregar</a:t>
          </a:r>
        </a:p>
      </dgm:t>
    </dgm:pt>
    <dgm:pt modelId="{B2E03473-CE39-4774-ABF9-E9C03D8B51DB}" type="parTrans" cxnId="{B46E4420-2BA9-45DA-92EF-3DF021E09A71}">
      <dgm:prSet/>
      <dgm:spPr/>
      <dgm:t>
        <a:bodyPr/>
        <a:lstStyle/>
        <a:p>
          <a:endParaRPr lang="es-PE"/>
        </a:p>
      </dgm:t>
    </dgm:pt>
    <dgm:pt modelId="{EA50C78E-3F2B-45A9-AF6B-799D957CC08B}" type="sibTrans" cxnId="{B46E4420-2BA9-45DA-92EF-3DF021E09A71}">
      <dgm:prSet/>
      <dgm:spPr/>
      <dgm:t>
        <a:bodyPr/>
        <a:lstStyle/>
        <a:p>
          <a:endParaRPr lang="es-PE"/>
        </a:p>
      </dgm:t>
    </dgm:pt>
    <dgm:pt modelId="{42DB7F9B-7EC9-4E7F-9204-C7C2F2BE10C9}" type="pres">
      <dgm:prSet presAssocID="{196CEF9D-FA64-4C4A-A8A4-AFAFEAEBAEA7}" presName="Name0" presStyleCnt="0">
        <dgm:presLayoutVars>
          <dgm:dir/>
          <dgm:animLvl val="lvl"/>
          <dgm:resizeHandles val="exact"/>
        </dgm:presLayoutVars>
      </dgm:prSet>
      <dgm:spPr/>
    </dgm:pt>
    <dgm:pt modelId="{C083F150-E559-4D65-A79C-9BA13AB7741C}" type="pres">
      <dgm:prSet presAssocID="{B298CB62-43D2-4C29-8A30-859C3DC1019F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5385CC57-E7F3-48C9-BA56-9E13B65EE016}" type="pres">
      <dgm:prSet presAssocID="{269D12D4-A3B9-4158-91CA-83DD1015B77E}" presName="parTxOnlySpace" presStyleCnt="0"/>
      <dgm:spPr/>
    </dgm:pt>
    <dgm:pt modelId="{681F424A-F4C1-4A9E-8781-5C0E2DF13542}" type="pres">
      <dgm:prSet presAssocID="{CBBF1FCD-2AA2-4C2F-A17C-D565494E1E82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E2B1B873-0CF9-4F53-817B-D559F2840919}" type="pres">
      <dgm:prSet presAssocID="{F628070C-2894-48B7-AFD3-710C7350009C}" presName="parTxOnlySpace" presStyleCnt="0"/>
      <dgm:spPr/>
    </dgm:pt>
    <dgm:pt modelId="{83DF1333-6A78-485C-A9E1-953A24E6F6DA}" type="pres">
      <dgm:prSet presAssocID="{CB220D77-F89E-437E-AE81-583D43C43591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2E50E8F0-C7C5-45CF-AF1B-E1BB191BBB7C}" type="pres">
      <dgm:prSet presAssocID="{5BD9D47C-3D46-4F49-9F3F-7C84361B5197}" presName="parTxOnlySpace" presStyleCnt="0"/>
      <dgm:spPr/>
    </dgm:pt>
    <dgm:pt modelId="{4FE1025E-586B-42DF-8F79-012726F6F12C}" type="pres">
      <dgm:prSet presAssocID="{A8245AF8-FF4E-44DC-BD2A-F7381DD05253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CB9145CE-6B5A-4027-8976-009EB242E4CD}" type="pres">
      <dgm:prSet presAssocID="{C1556868-B883-4CE0-B6CD-3DF38DE65449}" presName="parTxOnlySpace" presStyleCnt="0"/>
      <dgm:spPr/>
    </dgm:pt>
    <dgm:pt modelId="{1482404C-42F1-4F0B-A067-92B5A95074F5}" type="pres">
      <dgm:prSet presAssocID="{DB8307EB-EB33-44A3-9C8B-92B3DD83BB67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A9EB445A-B08E-4FFE-B99A-91A3058E0C3D}" type="pres">
      <dgm:prSet presAssocID="{DD8F5ECF-0E10-463F-B0F2-D3CF1196D574}" presName="parTxOnlySpace" presStyleCnt="0"/>
      <dgm:spPr/>
    </dgm:pt>
    <dgm:pt modelId="{1761151C-6525-44A6-BEE8-E70735A74FBF}" type="pres">
      <dgm:prSet presAssocID="{D35CF48E-0152-461C-AF0B-721F0EA6A572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AE91C183-79C6-4050-A5C6-16D9FA346F0A}" type="pres">
      <dgm:prSet presAssocID="{EA50C78E-3F2B-45A9-AF6B-799D957CC08B}" presName="parTxOnlySpace" presStyleCnt="0"/>
      <dgm:spPr/>
    </dgm:pt>
    <dgm:pt modelId="{F28EAC6C-4C57-4A99-AF6C-6245744704B1}" type="pres">
      <dgm:prSet presAssocID="{24706E00-AB8C-4500-A9ED-58DADC553A43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8255AC31-D866-4721-96DD-B02012C14DD3}" type="pres">
      <dgm:prSet presAssocID="{7F065387-0477-46B8-BAE9-CC949B9724A8}" presName="parTxOnlySpace" presStyleCnt="0"/>
      <dgm:spPr/>
    </dgm:pt>
    <dgm:pt modelId="{0303BA62-792B-4DAA-93D1-03961A20910D}" type="pres">
      <dgm:prSet presAssocID="{6E292A08-FB6C-49F8-897F-17387061F16B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B46E4420-2BA9-45DA-92EF-3DF021E09A71}" srcId="{196CEF9D-FA64-4C4A-A8A4-AFAFEAEBAEA7}" destId="{D35CF48E-0152-461C-AF0B-721F0EA6A572}" srcOrd="5" destOrd="0" parTransId="{B2E03473-CE39-4774-ABF9-E9C03D8B51DB}" sibTransId="{EA50C78E-3F2B-45A9-AF6B-799D957CC08B}"/>
    <dgm:cxn modelId="{E19F383F-D38D-459D-A217-F8190190B604}" type="presOf" srcId="{CBBF1FCD-2AA2-4C2F-A17C-D565494E1E82}" destId="{681F424A-F4C1-4A9E-8781-5C0E2DF13542}" srcOrd="0" destOrd="0" presId="urn:microsoft.com/office/officeart/2005/8/layout/chevron1"/>
    <dgm:cxn modelId="{2FAC456B-C6A5-40F3-81E2-0E7FB2C38339}" srcId="{196CEF9D-FA64-4C4A-A8A4-AFAFEAEBAEA7}" destId="{DB8307EB-EB33-44A3-9C8B-92B3DD83BB67}" srcOrd="4" destOrd="0" parTransId="{7D8C2CBB-325E-46C3-85FA-A1BB902AF6F7}" sibTransId="{DD8F5ECF-0E10-463F-B0F2-D3CF1196D574}"/>
    <dgm:cxn modelId="{BC675876-303E-4B33-91E8-68699BE990D6}" type="presOf" srcId="{6E292A08-FB6C-49F8-897F-17387061F16B}" destId="{0303BA62-792B-4DAA-93D1-03961A20910D}" srcOrd="0" destOrd="0" presId="urn:microsoft.com/office/officeart/2005/8/layout/chevron1"/>
    <dgm:cxn modelId="{F341257B-9ED1-4919-8A78-DBE54452C16F}" type="presOf" srcId="{D35CF48E-0152-461C-AF0B-721F0EA6A572}" destId="{1761151C-6525-44A6-BEE8-E70735A74FBF}" srcOrd="0" destOrd="0" presId="urn:microsoft.com/office/officeart/2005/8/layout/chevron1"/>
    <dgm:cxn modelId="{119F058A-FF15-4FFA-B529-555C4982DE44}" type="presOf" srcId="{24706E00-AB8C-4500-A9ED-58DADC553A43}" destId="{F28EAC6C-4C57-4A99-AF6C-6245744704B1}" srcOrd="0" destOrd="0" presId="urn:microsoft.com/office/officeart/2005/8/layout/chevron1"/>
    <dgm:cxn modelId="{34D3588E-4EE0-4B0A-87FF-F6F4834C5457}" type="presOf" srcId="{A8245AF8-FF4E-44DC-BD2A-F7381DD05253}" destId="{4FE1025E-586B-42DF-8F79-012726F6F12C}" srcOrd="0" destOrd="0" presId="urn:microsoft.com/office/officeart/2005/8/layout/chevron1"/>
    <dgm:cxn modelId="{EA0E8296-0156-4B59-A902-2A0662FBA900}" type="presOf" srcId="{B298CB62-43D2-4C29-8A30-859C3DC1019F}" destId="{C083F150-E559-4D65-A79C-9BA13AB7741C}" srcOrd="0" destOrd="0" presId="urn:microsoft.com/office/officeart/2005/8/layout/chevron1"/>
    <dgm:cxn modelId="{310FB5A7-6211-4E61-BA62-B27C587848A4}" srcId="{196CEF9D-FA64-4C4A-A8A4-AFAFEAEBAEA7}" destId="{A8245AF8-FF4E-44DC-BD2A-F7381DD05253}" srcOrd="3" destOrd="0" parTransId="{3949EB70-5EEC-45A6-B99E-5170D98A4495}" sibTransId="{C1556868-B883-4CE0-B6CD-3DF38DE65449}"/>
    <dgm:cxn modelId="{3FD4CFB6-2CF4-49AC-AAC8-369C2FE7427C}" type="presOf" srcId="{196CEF9D-FA64-4C4A-A8A4-AFAFEAEBAEA7}" destId="{42DB7F9B-7EC9-4E7F-9204-C7C2F2BE10C9}" srcOrd="0" destOrd="0" presId="urn:microsoft.com/office/officeart/2005/8/layout/chevron1"/>
    <dgm:cxn modelId="{FAFD3BB7-FB61-4639-8C29-E537DBB55E70}" srcId="{196CEF9D-FA64-4C4A-A8A4-AFAFEAEBAEA7}" destId="{24706E00-AB8C-4500-A9ED-58DADC553A43}" srcOrd="6" destOrd="0" parTransId="{78C463B5-4D0F-491F-B2B2-D22A224397CA}" sibTransId="{7F065387-0477-46B8-BAE9-CC949B9724A8}"/>
    <dgm:cxn modelId="{2764B9C7-E3F7-4110-8AE4-77E9D9136F67}" srcId="{196CEF9D-FA64-4C4A-A8A4-AFAFEAEBAEA7}" destId="{6E292A08-FB6C-49F8-897F-17387061F16B}" srcOrd="7" destOrd="0" parTransId="{CE4D0823-0977-4DD5-870D-6210F908A9AD}" sibTransId="{119D9C90-6F0B-40A5-9183-207EB8FDB078}"/>
    <dgm:cxn modelId="{F25337CD-4086-4EDD-99CB-3FB61ABB6020}" srcId="{196CEF9D-FA64-4C4A-A8A4-AFAFEAEBAEA7}" destId="{CBBF1FCD-2AA2-4C2F-A17C-D565494E1E82}" srcOrd="1" destOrd="0" parTransId="{BF4EFBC5-70AF-428C-AEC3-8FBE39E5B392}" sibTransId="{F628070C-2894-48B7-AFD3-710C7350009C}"/>
    <dgm:cxn modelId="{1E9E1DD6-961B-4BC8-997A-B9292F6EAA79}" srcId="{196CEF9D-FA64-4C4A-A8A4-AFAFEAEBAEA7}" destId="{CB220D77-F89E-437E-AE81-583D43C43591}" srcOrd="2" destOrd="0" parTransId="{1A6A9497-5FC3-442C-A672-E01E833EC14E}" sibTransId="{5BD9D47C-3D46-4F49-9F3F-7C84361B5197}"/>
    <dgm:cxn modelId="{15055DDC-F7C2-4069-88B1-4369E8D266E7}" type="presOf" srcId="{DB8307EB-EB33-44A3-9C8B-92B3DD83BB67}" destId="{1482404C-42F1-4F0B-A067-92B5A95074F5}" srcOrd="0" destOrd="0" presId="urn:microsoft.com/office/officeart/2005/8/layout/chevron1"/>
    <dgm:cxn modelId="{F942D1FB-90A8-4452-BCC9-586093DF0E63}" type="presOf" srcId="{CB220D77-F89E-437E-AE81-583D43C43591}" destId="{83DF1333-6A78-485C-A9E1-953A24E6F6DA}" srcOrd="0" destOrd="0" presId="urn:microsoft.com/office/officeart/2005/8/layout/chevron1"/>
    <dgm:cxn modelId="{0BAE90FC-FAF0-46D1-ADB1-87EAB8753897}" srcId="{196CEF9D-FA64-4C4A-A8A4-AFAFEAEBAEA7}" destId="{B298CB62-43D2-4C29-8A30-859C3DC1019F}" srcOrd="0" destOrd="0" parTransId="{D8ABC785-6EB8-4B19-BC55-3D7857522D3F}" sibTransId="{269D12D4-A3B9-4158-91CA-83DD1015B77E}"/>
    <dgm:cxn modelId="{DE8733C4-5A65-4BBD-84DA-CAB8A705BF9A}" type="presParOf" srcId="{42DB7F9B-7EC9-4E7F-9204-C7C2F2BE10C9}" destId="{C083F150-E559-4D65-A79C-9BA13AB7741C}" srcOrd="0" destOrd="0" presId="urn:microsoft.com/office/officeart/2005/8/layout/chevron1"/>
    <dgm:cxn modelId="{A06599BD-4EFB-4D90-B1D0-262692095783}" type="presParOf" srcId="{42DB7F9B-7EC9-4E7F-9204-C7C2F2BE10C9}" destId="{5385CC57-E7F3-48C9-BA56-9E13B65EE016}" srcOrd="1" destOrd="0" presId="urn:microsoft.com/office/officeart/2005/8/layout/chevron1"/>
    <dgm:cxn modelId="{074B6E30-292E-41D4-963F-6CA76E0D1395}" type="presParOf" srcId="{42DB7F9B-7EC9-4E7F-9204-C7C2F2BE10C9}" destId="{681F424A-F4C1-4A9E-8781-5C0E2DF13542}" srcOrd="2" destOrd="0" presId="urn:microsoft.com/office/officeart/2005/8/layout/chevron1"/>
    <dgm:cxn modelId="{45F08305-CD3E-4BD8-B99C-7AA77BEEF9F5}" type="presParOf" srcId="{42DB7F9B-7EC9-4E7F-9204-C7C2F2BE10C9}" destId="{E2B1B873-0CF9-4F53-817B-D559F2840919}" srcOrd="3" destOrd="0" presId="urn:microsoft.com/office/officeart/2005/8/layout/chevron1"/>
    <dgm:cxn modelId="{6E4C5F97-1B91-4E3A-A781-09E7F7C6B041}" type="presParOf" srcId="{42DB7F9B-7EC9-4E7F-9204-C7C2F2BE10C9}" destId="{83DF1333-6A78-485C-A9E1-953A24E6F6DA}" srcOrd="4" destOrd="0" presId="urn:microsoft.com/office/officeart/2005/8/layout/chevron1"/>
    <dgm:cxn modelId="{023367A0-FFE0-473B-9E7E-C40B45F40E30}" type="presParOf" srcId="{42DB7F9B-7EC9-4E7F-9204-C7C2F2BE10C9}" destId="{2E50E8F0-C7C5-45CF-AF1B-E1BB191BBB7C}" srcOrd="5" destOrd="0" presId="urn:microsoft.com/office/officeart/2005/8/layout/chevron1"/>
    <dgm:cxn modelId="{81BA74DA-8D33-463C-866D-06A758C2860B}" type="presParOf" srcId="{42DB7F9B-7EC9-4E7F-9204-C7C2F2BE10C9}" destId="{4FE1025E-586B-42DF-8F79-012726F6F12C}" srcOrd="6" destOrd="0" presId="urn:microsoft.com/office/officeart/2005/8/layout/chevron1"/>
    <dgm:cxn modelId="{9C8547A4-A605-4523-A81E-5EE2AB301226}" type="presParOf" srcId="{42DB7F9B-7EC9-4E7F-9204-C7C2F2BE10C9}" destId="{CB9145CE-6B5A-4027-8976-009EB242E4CD}" srcOrd="7" destOrd="0" presId="urn:microsoft.com/office/officeart/2005/8/layout/chevron1"/>
    <dgm:cxn modelId="{048316DE-7C0D-4617-92E7-AA179077FE06}" type="presParOf" srcId="{42DB7F9B-7EC9-4E7F-9204-C7C2F2BE10C9}" destId="{1482404C-42F1-4F0B-A067-92B5A95074F5}" srcOrd="8" destOrd="0" presId="urn:microsoft.com/office/officeart/2005/8/layout/chevron1"/>
    <dgm:cxn modelId="{31A47DD2-C43A-4E2A-B92B-BDAD6C2F0CD3}" type="presParOf" srcId="{42DB7F9B-7EC9-4E7F-9204-C7C2F2BE10C9}" destId="{A9EB445A-B08E-4FFE-B99A-91A3058E0C3D}" srcOrd="9" destOrd="0" presId="urn:microsoft.com/office/officeart/2005/8/layout/chevron1"/>
    <dgm:cxn modelId="{5C1D8B9C-16D5-4753-B180-4F673E32B7F6}" type="presParOf" srcId="{42DB7F9B-7EC9-4E7F-9204-C7C2F2BE10C9}" destId="{1761151C-6525-44A6-BEE8-E70735A74FBF}" srcOrd="10" destOrd="0" presId="urn:microsoft.com/office/officeart/2005/8/layout/chevron1"/>
    <dgm:cxn modelId="{F970C1CB-75A2-44C1-B30E-E1CAAD0543D2}" type="presParOf" srcId="{42DB7F9B-7EC9-4E7F-9204-C7C2F2BE10C9}" destId="{AE91C183-79C6-4050-A5C6-16D9FA346F0A}" srcOrd="11" destOrd="0" presId="urn:microsoft.com/office/officeart/2005/8/layout/chevron1"/>
    <dgm:cxn modelId="{6FCBA999-7BB3-4B2D-AE9E-48A2C20A6962}" type="presParOf" srcId="{42DB7F9B-7EC9-4E7F-9204-C7C2F2BE10C9}" destId="{F28EAC6C-4C57-4A99-AF6C-6245744704B1}" srcOrd="12" destOrd="0" presId="urn:microsoft.com/office/officeart/2005/8/layout/chevron1"/>
    <dgm:cxn modelId="{987DBA9A-0832-4E96-83D7-D6434FD76379}" type="presParOf" srcId="{42DB7F9B-7EC9-4E7F-9204-C7C2F2BE10C9}" destId="{8255AC31-D866-4721-96DD-B02012C14DD3}" srcOrd="13" destOrd="0" presId="urn:microsoft.com/office/officeart/2005/8/layout/chevron1"/>
    <dgm:cxn modelId="{6D4F6538-AD2F-429D-8293-C6637062D967}" type="presParOf" srcId="{42DB7F9B-7EC9-4E7F-9204-C7C2F2BE10C9}" destId="{0303BA62-792B-4DAA-93D1-03961A20910D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196CEF9D-FA64-4C4A-A8A4-AFAFEAEBAEA7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B298CB62-43D2-4C29-8A30-859C3DC1019F}">
      <dgm:prSet phldrT="[Texto]" phldr="0" custT="1"/>
      <dgm:spPr/>
      <dgm:t>
        <a:bodyPr/>
        <a:lstStyle/>
        <a:p>
          <a:r>
            <a:rPr lang="es-ES" sz="900" b="0" dirty="0"/>
            <a:t>Recopilar requerimientos</a:t>
          </a:r>
          <a:endParaRPr lang="es-PE" sz="900" b="0" dirty="0"/>
        </a:p>
      </dgm:t>
    </dgm:pt>
    <dgm:pt modelId="{D8ABC785-6EB8-4B19-BC55-3D7857522D3F}" type="parTrans" cxnId="{0BAE90FC-FAF0-46D1-ADB1-87EAB8753897}">
      <dgm:prSet/>
      <dgm:spPr/>
      <dgm:t>
        <a:bodyPr/>
        <a:lstStyle/>
        <a:p>
          <a:endParaRPr lang="es-PE"/>
        </a:p>
      </dgm:t>
    </dgm:pt>
    <dgm:pt modelId="{269D12D4-A3B9-4158-91CA-83DD1015B77E}" type="sibTrans" cxnId="{0BAE90FC-FAF0-46D1-ADB1-87EAB8753897}">
      <dgm:prSet/>
      <dgm:spPr/>
      <dgm:t>
        <a:bodyPr/>
        <a:lstStyle/>
        <a:p>
          <a:endParaRPr lang="es-PE"/>
        </a:p>
      </dgm:t>
    </dgm:pt>
    <dgm:pt modelId="{CBBF1FCD-2AA2-4C2F-A17C-D565494E1E82}">
      <dgm:prSet phldrT="[Texto]" phldr="0" custT="1"/>
      <dgm:spPr/>
      <dgm:t>
        <a:bodyPr/>
        <a:lstStyle/>
        <a:p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gm:t>
    </dgm:pt>
    <dgm:pt modelId="{BF4EFBC5-70AF-428C-AEC3-8FBE39E5B392}" type="parTrans" cxnId="{F25337CD-4086-4EDD-99CB-3FB61ABB6020}">
      <dgm:prSet/>
      <dgm:spPr/>
      <dgm:t>
        <a:bodyPr/>
        <a:lstStyle/>
        <a:p>
          <a:endParaRPr lang="es-PE"/>
        </a:p>
      </dgm:t>
    </dgm:pt>
    <dgm:pt modelId="{F628070C-2894-48B7-AFD3-710C7350009C}" type="sibTrans" cxnId="{F25337CD-4086-4EDD-99CB-3FB61ABB6020}">
      <dgm:prSet/>
      <dgm:spPr/>
      <dgm:t>
        <a:bodyPr/>
        <a:lstStyle/>
        <a:p>
          <a:endParaRPr lang="es-PE"/>
        </a:p>
      </dgm:t>
    </dgm:pt>
    <dgm:pt modelId="{CB220D77-F89E-437E-AE81-583D43C43591}">
      <dgm:prSet phldrT="[Texto]" phldr="0" custT="1"/>
      <dgm:spPr/>
      <dgm:t>
        <a:bodyPr/>
        <a:lstStyle/>
        <a:p>
          <a:r>
            <a:rPr lang="es-ES" sz="900" b="0" dirty="0"/>
            <a:t>Crear</a:t>
          </a:r>
          <a:endParaRPr lang="es-PE" sz="900" b="0" dirty="0"/>
        </a:p>
      </dgm:t>
    </dgm:pt>
    <dgm:pt modelId="{1A6A9497-5FC3-442C-A672-E01E833EC14E}" type="parTrans" cxnId="{1E9E1DD6-961B-4BC8-997A-B9292F6EAA79}">
      <dgm:prSet/>
      <dgm:spPr/>
      <dgm:t>
        <a:bodyPr/>
        <a:lstStyle/>
        <a:p>
          <a:endParaRPr lang="es-PE"/>
        </a:p>
      </dgm:t>
    </dgm:pt>
    <dgm:pt modelId="{5BD9D47C-3D46-4F49-9F3F-7C84361B5197}" type="sibTrans" cxnId="{1E9E1DD6-961B-4BC8-997A-B9292F6EAA79}">
      <dgm:prSet/>
      <dgm:spPr/>
      <dgm:t>
        <a:bodyPr/>
        <a:lstStyle/>
        <a:p>
          <a:endParaRPr lang="es-PE"/>
        </a:p>
      </dgm:t>
    </dgm:pt>
    <dgm:pt modelId="{A8245AF8-FF4E-44DC-BD2A-F7381DD05253}">
      <dgm:prSet phldrT="[Texto]" phldr="0" custT="1"/>
      <dgm:spPr/>
      <dgm:t>
        <a:bodyPr/>
        <a:lstStyle/>
        <a:p>
          <a:r>
            <a:rPr lang="es-ES" sz="900" dirty="0"/>
            <a:t>Mapear</a:t>
          </a:r>
        </a:p>
        <a:p>
          <a:r>
            <a:rPr lang="es-PE" sz="900" dirty="0"/>
            <a:t>Validar</a:t>
          </a:r>
        </a:p>
        <a:p>
          <a:r>
            <a:rPr lang="es-PE" sz="900" dirty="0"/>
            <a:t>Preparar</a:t>
          </a:r>
        </a:p>
      </dgm:t>
    </dgm:pt>
    <dgm:pt modelId="{3949EB70-5EEC-45A6-B99E-5170D98A4495}" type="parTrans" cxnId="{310FB5A7-6211-4E61-BA62-B27C587848A4}">
      <dgm:prSet/>
      <dgm:spPr/>
      <dgm:t>
        <a:bodyPr/>
        <a:lstStyle/>
        <a:p>
          <a:endParaRPr lang="es-PE"/>
        </a:p>
      </dgm:t>
    </dgm:pt>
    <dgm:pt modelId="{C1556868-B883-4CE0-B6CD-3DF38DE65449}" type="sibTrans" cxnId="{310FB5A7-6211-4E61-BA62-B27C587848A4}">
      <dgm:prSet/>
      <dgm:spPr/>
      <dgm:t>
        <a:bodyPr/>
        <a:lstStyle/>
        <a:p>
          <a:endParaRPr lang="es-PE"/>
        </a:p>
      </dgm:t>
    </dgm:pt>
    <dgm:pt modelId="{DB8307EB-EB33-44A3-9C8B-92B3DD83BB67}">
      <dgm:prSet phldrT="[Texto]" phldr="0" custT="1"/>
      <dgm:spPr/>
      <dgm:t>
        <a:bodyPr/>
        <a:lstStyle/>
        <a:p>
          <a:r>
            <a:rPr lang="es-ES" sz="900" dirty="0"/>
            <a:t>Mover</a:t>
          </a:r>
        </a:p>
        <a:p>
          <a:r>
            <a:rPr lang="es-PE" sz="900" dirty="0"/>
            <a:t>Transformar</a:t>
          </a:r>
        </a:p>
        <a:p>
          <a:r>
            <a:rPr lang="es-PE" sz="900" dirty="0"/>
            <a:t>Integrar</a:t>
          </a:r>
        </a:p>
        <a:p>
          <a:r>
            <a:rPr lang="es-PE" sz="900" dirty="0"/>
            <a:t>Agregar</a:t>
          </a:r>
        </a:p>
      </dgm:t>
    </dgm:pt>
    <dgm:pt modelId="{7D8C2CBB-325E-46C3-85FA-A1BB902AF6F7}" type="parTrans" cxnId="{2FAC456B-C6A5-40F3-81E2-0E7FB2C38339}">
      <dgm:prSet/>
      <dgm:spPr/>
      <dgm:t>
        <a:bodyPr/>
        <a:lstStyle/>
        <a:p>
          <a:endParaRPr lang="es-PE"/>
        </a:p>
      </dgm:t>
    </dgm:pt>
    <dgm:pt modelId="{DD8F5ECF-0E10-463F-B0F2-D3CF1196D574}" type="sibTrans" cxnId="{2FAC456B-C6A5-40F3-81E2-0E7FB2C38339}">
      <dgm:prSet/>
      <dgm:spPr/>
      <dgm:t>
        <a:bodyPr/>
        <a:lstStyle/>
        <a:p>
          <a:endParaRPr lang="es-PE"/>
        </a:p>
      </dgm:t>
    </dgm:pt>
    <dgm:pt modelId="{24706E00-AB8C-4500-A9ED-58DADC553A43}">
      <dgm:prSet phldrT="[Texto]" phldr="0" custT="1"/>
      <dgm:spPr/>
      <dgm:t>
        <a:bodyPr/>
        <a:lstStyle/>
        <a:p>
          <a:r>
            <a:rPr lang="es-ES" sz="900" b="1" dirty="0">
              <a:highlight>
                <a:srgbClr val="FFFF00"/>
              </a:highlight>
            </a:rPr>
            <a:t>Analizar</a:t>
          </a:r>
        </a:p>
        <a:p>
          <a:r>
            <a:rPr lang="es-PE" sz="900" b="1" dirty="0">
              <a:highlight>
                <a:srgbClr val="FFFF00"/>
              </a:highlight>
            </a:rPr>
            <a:t>Usar</a:t>
          </a:r>
        </a:p>
      </dgm:t>
    </dgm:pt>
    <dgm:pt modelId="{78C463B5-4D0F-491F-B2B2-D22A224397CA}" type="parTrans" cxnId="{FAFD3BB7-FB61-4639-8C29-E537DBB55E70}">
      <dgm:prSet/>
      <dgm:spPr/>
      <dgm:t>
        <a:bodyPr/>
        <a:lstStyle/>
        <a:p>
          <a:endParaRPr lang="es-PE"/>
        </a:p>
      </dgm:t>
    </dgm:pt>
    <dgm:pt modelId="{7F065387-0477-46B8-BAE9-CC949B9724A8}" type="sibTrans" cxnId="{FAFD3BB7-FB61-4639-8C29-E537DBB55E70}">
      <dgm:prSet/>
      <dgm:spPr/>
      <dgm:t>
        <a:bodyPr/>
        <a:lstStyle/>
        <a:p>
          <a:endParaRPr lang="es-PE"/>
        </a:p>
      </dgm:t>
    </dgm:pt>
    <dgm:pt modelId="{6E292A08-FB6C-49F8-897F-17387061F16B}">
      <dgm:prSet phldrT="[Texto]" phldr="0" custT="1"/>
      <dgm:spPr/>
      <dgm:t>
        <a:bodyPr/>
        <a:lstStyle/>
        <a:p>
          <a:r>
            <a:rPr lang="es-ES" sz="900" dirty="0"/>
            <a:t>Almacenar</a:t>
          </a:r>
        </a:p>
        <a:p>
          <a:r>
            <a:rPr lang="es-PE" sz="900" dirty="0"/>
            <a:t>Archivar</a:t>
          </a:r>
        </a:p>
        <a:p>
          <a:r>
            <a:rPr lang="es-PE" sz="900" dirty="0"/>
            <a:t>Eliminar</a:t>
          </a:r>
        </a:p>
      </dgm:t>
    </dgm:pt>
    <dgm:pt modelId="{CE4D0823-0977-4DD5-870D-6210F908A9AD}" type="parTrans" cxnId="{2764B9C7-E3F7-4110-8AE4-77E9D9136F67}">
      <dgm:prSet/>
      <dgm:spPr/>
      <dgm:t>
        <a:bodyPr/>
        <a:lstStyle/>
        <a:p>
          <a:endParaRPr lang="es-PE"/>
        </a:p>
      </dgm:t>
    </dgm:pt>
    <dgm:pt modelId="{119D9C90-6F0B-40A5-9183-207EB8FDB078}" type="sibTrans" cxnId="{2764B9C7-E3F7-4110-8AE4-77E9D9136F67}">
      <dgm:prSet/>
      <dgm:spPr/>
      <dgm:t>
        <a:bodyPr/>
        <a:lstStyle/>
        <a:p>
          <a:endParaRPr lang="es-PE"/>
        </a:p>
      </dgm:t>
    </dgm:pt>
    <dgm:pt modelId="{D35CF48E-0152-461C-AF0B-721F0EA6A572}">
      <dgm:prSet phldrT="[Texto]" phldr="0" custT="1"/>
      <dgm:spPr/>
      <dgm:t>
        <a:bodyPr/>
        <a:lstStyle/>
        <a:p>
          <a:r>
            <a:rPr lang="es-ES" sz="900" dirty="0"/>
            <a:t>Validar</a:t>
          </a:r>
        </a:p>
        <a:p>
          <a:r>
            <a:rPr lang="es-PE" sz="900" dirty="0"/>
            <a:t>Compartir</a:t>
          </a:r>
        </a:p>
        <a:p>
          <a:r>
            <a:rPr lang="es-PE" sz="900" dirty="0"/>
            <a:t>Entregar</a:t>
          </a:r>
        </a:p>
      </dgm:t>
    </dgm:pt>
    <dgm:pt modelId="{B2E03473-CE39-4774-ABF9-E9C03D8B51DB}" type="parTrans" cxnId="{B46E4420-2BA9-45DA-92EF-3DF021E09A71}">
      <dgm:prSet/>
      <dgm:spPr/>
      <dgm:t>
        <a:bodyPr/>
        <a:lstStyle/>
        <a:p>
          <a:endParaRPr lang="es-PE"/>
        </a:p>
      </dgm:t>
    </dgm:pt>
    <dgm:pt modelId="{EA50C78E-3F2B-45A9-AF6B-799D957CC08B}" type="sibTrans" cxnId="{B46E4420-2BA9-45DA-92EF-3DF021E09A71}">
      <dgm:prSet/>
      <dgm:spPr/>
      <dgm:t>
        <a:bodyPr/>
        <a:lstStyle/>
        <a:p>
          <a:endParaRPr lang="es-PE"/>
        </a:p>
      </dgm:t>
    </dgm:pt>
    <dgm:pt modelId="{42DB7F9B-7EC9-4E7F-9204-C7C2F2BE10C9}" type="pres">
      <dgm:prSet presAssocID="{196CEF9D-FA64-4C4A-A8A4-AFAFEAEBAEA7}" presName="Name0" presStyleCnt="0">
        <dgm:presLayoutVars>
          <dgm:dir/>
          <dgm:animLvl val="lvl"/>
          <dgm:resizeHandles val="exact"/>
        </dgm:presLayoutVars>
      </dgm:prSet>
      <dgm:spPr/>
    </dgm:pt>
    <dgm:pt modelId="{C083F150-E559-4D65-A79C-9BA13AB7741C}" type="pres">
      <dgm:prSet presAssocID="{B298CB62-43D2-4C29-8A30-859C3DC1019F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5385CC57-E7F3-48C9-BA56-9E13B65EE016}" type="pres">
      <dgm:prSet presAssocID="{269D12D4-A3B9-4158-91CA-83DD1015B77E}" presName="parTxOnlySpace" presStyleCnt="0"/>
      <dgm:spPr/>
    </dgm:pt>
    <dgm:pt modelId="{681F424A-F4C1-4A9E-8781-5C0E2DF13542}" type="pres">
      <dgm:prSet presAssocID="{CBBF1FCD-2AA2-4C2F-A17C-D565494E1E82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E2B1B873-0CF9-4F53-817B-D559F2840919}" type="pres">
      <dgm:prSet presAssocID="{F628070C-2894-48B7-AFD3-710C7350009C}" presName="parTxOnlySpace" presStyleCnt="0"/>
      <dgm:spPr/>
    </dgm:pt>
    <dgm:pt modelId="{83DF1333-6A78-485C-A9E1-953A24E6F6DA}" type="pres">
      <dgm:prSet presAssocID="{CB220D77-F89E-437E-AE81-583D43C43591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2E50E8F0-C7C5-45CF-AF1B-E1BB191BBB7C}" type="pres">
      <dgm:prSet presAssocID="{5BD9D47C-3D46-4F49-9F3F-7C84361B5197}" presName="parTxOnlySpace" presStyleCnt="0"/>
      <dgm:spPr/>
    </dgm:pt>
    <dgm:pt modelId="{4FE1025E-586B-42DF-8F79-012726F6F12C}" type="pres">
      <dgm:prSet presAssocID="{A8245AF8-FF4E-44DC-BD2A-F7381DD05253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CB9145CE-6B5A-4027-8976-009EB242E4CD}" type="pres">
      <dgm:prSet presAssocID="{C1556868-B883-4CE0-B6CD-3DF38DE65449}" presName="parTxOnlySpace" presStyleCnt="0"/>
      <dgm:spPr/>
    </dgm:pt>
    <dgm:pt modelId="{1482404C-42F1-4F0B-A067-92B5A95074F5}" type="pres">
      <dgm:prSet presAssocID="{DB8307EB-EB33-44A3-9C8B-92B3DD83BB67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A9EB445A-B08E-4FFE-B99A-91A3058E0C3D}" type="pres">
      <dgm:prSet presAssocID="{DD8F5ECF-0E10-463F-B0F2-D3CF1196D574}" presName="parTxOnlySpace" presStyleCnt="0"/>
      <dgm:spPr/>
    </dgm:pt>
    <dgm:pt modelId="{1761151C-6525-44A6-BEE8-E70735A74FBF}" type="pres">
      <dgm:prSet presAssocID="{D35CF48E-0152-461C-AF0B-721F0EA6A572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AE91C183-79C6-4050-A5C6-16D9FA346F0A}" type="pres">
      <dgm:prSet presAssocID="{EA50C78E-3F2B-45A9-AF6B-799D957CC08B}" presName="parTxOnlySpace" presStyleCnt="0"/>
      <dgm:spPr/>
    </dgm:pt>
    <dgm:pt modelId="{F28EAC6C-4C57-4A99-AF6C-6245744704B1}" type="pres">
      <dgm:prSet presAssocID="{24706E00-AB8C-4500-A9ED-58DADC553A43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8255AC31-D866-4721-96DD-B02012C14DD3}" type="pres">
      <dgm:prSet presAssocID="{7F065387-0477-46B8-BAE9-CC949B9724A8}" presName="parTxOnlySpace" presStyleCnt="0"/>
      <dgm:spPr/>
    </dgm:pt>
    <dgm:pt modelId="{0303BA62-792B-4DAA-93D1-03961A20910D}" type="pres">
      <dgm:prSet presAssocID="{6E292A08-FB6C-49F8-897F-17387061F16B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B46E4420-2BA9-45DA-92EF-3DF021E09A71}" srcId="{196CEF9D-FA64-4C4A-A8A4-AFAFEAEBAEA7}" destId="{D35CF48E-0152-461C-AF0B-721F0EA6A572}" srcOrd="5" destOrd="0" parTransId="{B2E03473-CE39-4774-ABF9-E9C03D8B51DB}" sibTransId="{EA50C78E-3F2B-45A9-AF6B-799D957CC08B}"/>
    <dgm:cxn modelId="{E19F383F-D38D-459D-A217-F8190190B604}" type="presOf" srcId="{CBBF1FCD-2AA2-4C2F-A17C-D565494E1E82}" destId="{681F424A-F4C1-4A9E-8781-5C0E2DF13542}" srcOrd="0" destOrd="0" presId="urn:microsoft.com/office/officeart/2005/8/layout/chevron1"/>
    <dgm:cxn modelId="{2FAC456B-C6A5-40F3-81E2-0E7FB2C38339}" srcId="{196CEF9D-FA64-4C4A-A8A4-AFAFEAEBAEA7}" destId="{DB8307EB-EB33-44A3-9C8B-92B3DD83BB67}" srcOrd="4" destOrd="0" parTransId="{7D8C2CBB-325E-46C3-85FA-A1BB902AF6F7}" sibTransId="{DD8F5ECF-0E10-463F-B0F2-D3CF1196D574}"/>
    <dgm:cxn modelId="{BC675876-303E-4B33-91E8-68699BE990D6}" type="presOf" srcId="{6E292A08-FB6C-49F8-897F-17387061F16B}" destId="{0303BA62-792B-4DAA-93D1-03961A20910D}" srcOrd="0" destOrd="0" presId="urn:microsoft.com/office/officeart/2005/8/layout/chevron1"/>
    <dgm:cxn modelId="{F341257B-9ED1-4919-8A78-DBE54452C16F}" type="presOf" srcId="{D35CF48E-0152-461C-AF0B-721F0EA6A572}" destId="{1761151C-6525-44A6-BEE8-E70735A74FBF}" srcOrd="0" destOrd="0" presId="urn:microsoft.com/office/officeart/2005/8/layout/chevron1"/>
    <dgm:cxn modelId="{119F058A-FF15-4FFA-B529-555C4982DE44}" type="presOf" srcId="{24706E00-AB8C-4500-A9ED-58DADC553A43}" destId="{F28EAC6C-4C57-4A99-AF6C-6245744704B1}" srcOrd="0" destOrd="0" presId="urn:microsoft.com/office/officeart/2005/8/layout/chevron1"/>
    <dgm:cxn modelId="{34D3588E-4EE0-4B0A-87FF-F6F4834C5457}" type="presOf" srcId="{A8245AF8-FF4E-44DC-BD2A-F7381DD05253}" destId="{4FE1025E-586B-42DF-8F79-012726F6F12C}" srcOrd="0" destOrd="0" presId="urn:microsoft.com/office/officeart/2005/8/layout/chevron1"/>
    <dgm:cxn modelId="{EA0E8296-0156-4B59-A902-2A0662FBA900}" type="presOf" srcId="{B298CB62-43D2-4C29-8A30-859C3DC1019F}" destId="{C083F150-E559-4D65-A79C-9BA13AB7741C}" srcOrd="0" destOrd="0" presId="urn:microsoft.com/office/officeart/2005/8/layout/chevron1"/>
    <dgm:cxn modelId="{310FB5A7-6211-4E61-BA62-B27C587848A4}" srcId="{196CEF9D-FA64-4C4A-A8A4-AFAFEAEBAEA7}" destId="{A8245AF8-FF4E-44DC-BD2A-F7381DD05253}" srcOrd="3" destOrd="0" parTransId="{3949EB70-5EEC-45A6-B99E-5170D98A4495}" sibTransId="{C1556868-B883-4CE0-B6CD-3DF38DE65449}"/>
    <dgm:cxn modelId="{3FD4CFB6-2CF4-49AC-AAC8-369C2FE7427C}" type="presOf" srcId="{196CEF9D-FA64-4C4A-A8A4-AFAFEAEBAEA7}" destId="{42DB7F9B-7EC9-4E7F-9204-C7C2F2BE10C9}" srcOrd="0" destOrd="0" presId="urn:microsoft.com/office/officeart/2005/8/layout/chevron1"/>
    <dgm:cxn modelId="{FAFD3BB7-FB61-4639-8C29-E537DBB55E70}" srcId="{196CEF9D-FA64-4C4A-A8A4-AFAFEAEBAEA7}" destId="{24706E00-AB8C-4500-A9ED-58DADC553A43}" srcOrd="6" destOrd="0" parTransId="{78C463B5-4D0F-491F-B2B2-D22A224397CA}" sibTransId="{7F065387-0477-46B8-BAE9-CC949B9724A8}"/>
    <dgm:cxn modelId="{2764B9C7-E3F7-4110-8AE4-77E9D9136F67}" srcId="{196CEF9D-FA64-4C4A-A8A4-AFAFEAEBAEA7}" destId="{6E292A08-FB6C-49F8-897F-17387061F16B}" srcOrd="7" destOrd="0" parTransId="{CE4D0823-0977-4DD5-870D-6210F908A9AD}" sibTransId="{119D9C90-6F0B-40A5-9183-207EB8FDB078}"/>
    <dgm:cxn modelId="{F25337CD-4086-4EDD-99CB-3FB61ABB6020}" srcId="{196CEF9D-FA64-4C4A-A8A4-AFAFEAEBAEA7}" destId="{CBBF1FCD-2AA2-4C2F-A17C-D565494E1E82}" srcOrd="1" destOrd="0" parTransId="{BF4EFBC5-70AF-428C-AEC3-8FBE39E5B392}" sibTransId="{F628070C-2894-48B7-AFD3-710C7350009C}"/>
    <dgm:cxn modelId="{1E9E1DD6-961B-4BC8-997A-B9292F6EAA79}" srcId="{196CEF9D-FA64-4C4A-A8A4-AFAFEAEBAEA7}" destId="{CB220D77-F89E-437E-AE81-583D43C43591}" srcOrd="2" destOrd="0" parTransId="{1A6A9497-5FC3-442C-A672-E01E833EC14E}" sibTransId="{5BD9D47C-3D46-4F49-9F3F-7C84361B5197}"/>
    <dgm:cxn modelId="{15055DDC-F7C2-4069-88B1-4369E8D266E7}" type="presOf" srcId="{DB8307EB-EB33-44A3-9C8B-92B3DD83BB67}" destId="{1482404C-42F1-4F0B-A067-92B5A95074F5}" srcOrd="0" destOrd="0" presId="urn:microsoft.com/office/officeart/2005/8/layout/chevron1"/>
    <dgm:cxn modelId="{F942D1FB-90A8-4452-BCC9-586093DF0E63}" type="presOf" srcId="{CB220D77-F89E-437E-AE81-583D43C43591}" destId="{83DF1333-6A78-485C-A9E1-953A24E6F6DA}" srcOrd="0" destOrd="0" presId="urn:microsoft.com/office/officeart/2005/8/layout/chevron1"/>
    <dgm:cxn modelId="{0BAE90FC-FAF0-46D1-ADB1-87EAB8753897}" srcId="{196CEF9D-FA64-4C4A-A8A4-AFAFEAEBAEA7}" destId="{B298CB62-43D2-4C29-8A30-859C3DC1019F}" srcOrd="0" destOrd="0" parTransId="{D8ABC785-6EB8-4B19-BC55-3D7857522D3F}" sibTransId="{269D12D4-A3B9-4158-91CA-83DD1015B77E}"/>
    <dgm:cxn modelId="{DE8733C4-5A65-4BBD-84DA-CAB8A705BF9A}" type="presParOf" srcId="{42DB7F9B-7EC9-4E7F-9204-C7C2F2BE10C9}" destId="{C083F150-E559-4D65-A79C-9BA13AB7741C}" srcOrd="0" destOrd="0" presId="urn:microsoft.com/office/officeart/2005/8/layout/chevron1"/>
    <dgm:cxn modelId="{A06599BD-4EFB-4D90-B1D0-262692095783}" type="presParOf" srcId="{42DB7F9B-7EC9-4E7F-9204-C7C2F2BE10C9}" destId="{5385CC57-E7F3-48C9-BA56-9E13B65EE016}" srcOrd="1" destOrd="0" presId="urn:microsoft.com/office/officeart/2005/8/layout/chevron1"/>
    <dgm:cxn modelId="{074B6E30-292E-41D4-963F-6CA76E0D1395}" type="presParOf" srcId="{42DB7F9B-7EC9-4E7F-9204-C7C2F2BE10C9}" destId="{681F424A-F4C1-4A9E-8781-5C0E2DF13542}" srcOrd="2" destOrd="0" presId="urn:microsoft.com/office/officeart/2005/8/layout/chevron1"/>
    <dgm:cxn modelId="{45F08305-CD3E-4BD8-B99C-7AA77BEEF9F5}" type="presParOf" srcId="{42DB7F9B-7EC9-4E7F-9204-C7C2F2BE10C9}" destId="{E2B1B873-0CF9-4F53-817B-D559F2840919}" srcOrd="3" destOrd="0" presId="urn:microsoft.com/office/officeart/2005/8/layout/chevron1"/>
    <dgm:cxn modelId="{6E4C5F97-1B91-4E3A-A781-09E7F7C6B041}" type="presParOf" srcId="{42DB7F9B-7EC9-4E7F-9204-C7C2F2BE10C9}" destId="{83DF1333-6A78-485C-A9E1-953A24E6F6DA}" srcOrd="4" destOrd="0" presId="urn:microsoft.com/office/officeart/2005/8/layout/chevron1"/>
    <dgm:cxn modelId="{023367A0-FFE0-473B-9E7E-C40B45F40E30}" type="presParOf" srcId="{42DB7F9B-7EC9-4E7F-9204-C7C2F2BE10C9}" destId="{2E50E8F0-C7C5-45CF-AF1B-E1BB191BBB7C}" srcOrd="5" destOrd="0" presId="urn:microsoft.com/office/officeart/2005/8/layout/chevron1"/>
    <dgm:cxn modelId="{81BA74DA-8D33-463C-866D-06A758C2860B}" type="presParOf" srcId="{42DB7F9B-7EC9-4E7F-9204-C7C2F2BE10C9}" destId="{4FE1025E-586B-42DF-8F79-012726F6F12C}" srcOrd="6" destOrd="0" presId="urn:microsoft.com/office/officeart/2005/8/layout/chevron1"/>
    <dgm:cxn modelId="{9C8547A4-A605-4523-A81E-5EE2AB301226}" type="presParOf" srcId="{42DB7F9B-7EC9-4E7F-9204-C7C2F2BE10C9}" destId="{CB9145CE-6B5A-4027-8976-009EB242E4CD}" srcOrd="7" destOrd="0" presId="urn:microsoft.com/office/officeart/2005/8/layout/chevron1"/>
    <dgm:cxn modelId="{048316DE-7C0D-4617-92E7-AA179077FE06}" type="presParOf" srcId="{42DB7F9B-7EC9-4E7F-9204-C7C2F2BE10C9}" destId="{1482404C-42F1-4F0B-A067-92B5A95074F5}" srcOrd="8" destOrd="0" presId="urn:microsoft.com/office/officeart/2005/8/layout/chevron1"/>
    <dgm:cxn modelId="{31A47DD2-C43A-4E2A-B92B-BDAD6C2F0CD3}" type="presParOf" srcId="{42DB7F9B-7EC9-4E7F-9204-C7C2F2BE10C9}" destId="{A9EB445A-B08E-4FFE-B99A-91A3058E0C3D}" srcOrd="9" destOrd="0" presId="urn:microsoft.com/office/officeart/2005/8/layout/chevron1"/>
    <dgm:cxn modelId="{5C1D8B9C-16D5-4753-B180-4F673E32B7F6}" type="presParOf" srcId="{42DB7F9B-7EC9-4E7F-9204-C7C2F2BE10C9}" destId="{1761151C-6525-44A6-BEE8-E70735A74FBF}" srcOrd="10" destOrd="0" presId="urn:microsoft.com/office/officeart/2005/8/layout/chevron1"/>
    <dgm:cxn modelId="{F970C1CB-75A2-44C1-B30E-E1CAAD0543D2}" type="presParOf" srcId="{42DB7F9B-7EC9-4E7F-9204-C7C2F2BE10C9}" destId="{AE91C183-79C6-4050-A5C6-16D9FA346F0A}" srcOrd="11" destOrd="0" presId="urn:microsoft.com/office/officeart/2005/8/layout/chevron1"/>
    <dgm:cxn modelId="{6FCBA999-7BB3-4B2D-AE9E-48A2C20A6962}" type="presParOf" srcId="{42DB7F9B-7EC9-4E7F-9204-C7C2F2BE10C9}" destId="{F28EAC6C-4C57-4A99-AF6C-6245744704B1}" srcOrd="12" destOrd="0" presId="urn:microsoft.com/office/officeart/2005/8/layout/chevron1"/>
    <dgm:cxn modelId="{987DBA9A-0832-4E96-83D7-D6434FD76379}" type="presParOf" srcId="{42DB7F9B-7EC9-4E7F-9204-C7C2F2BE10C9}" destId="{8255AC31-D866-4721-96DD-B02012C14DD3}" srcOrd="13" destOrd="0" presId="urn:microsoft.com/office/officeart/2005/8/layout/chevron1"/>
    <dgm:cxn modelId="{6D4F6538-AD2F-429D-8293-C6637062D967}" type="presParOf" srcId="{42DB7F9B-7EC9-4E7F-9204-C7C2F2BE10C9}" destId="{0303BA62-792B-4DAA-93D1-03961A20910D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196CEF9D-FA64-4C4A-A8A4-AFAFEAEBAEA7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B298CB62-43D2-4C29-8A30-859C3DC1019F}">
      <dgm:prSet phldrT="[Texto]" phldr="0" custT="1"/>
      <dgm:spPr/>
      <dgm:t>
        <a:bodyPr/>
        <a:lstStyle/>
        <a:p>
          <a:r>
            <a:rPr lang="es-ES" sz="900" b="0" dirty="0"/>
            <a:t>Recopilar requerimientos</a:t>
          </a:r>
          <a:endParaRPr lang="es-PE" sz="900" b="0" dirty="0"/>
        </a:p>
      </dgm:t>
    </dgm:pt>
    <dgm:pt modelId="{D8ABC785-6EB8-4B19-BC55-3D7857522D3F}" type="parTrans" cxnId="{0BAE90FC-FAF0-46D1-ADB1-87EAB8753897}">
      <dgm:prSet/>
      <dgm:spPr/>
      <dgm:t>
        <a:bodyPr/>
        <a:lstStyle/>
        <a:p>
          <a:endParaRPr lang="es-PE"/>
        </a:p>
      </dgm:t>
    </dgm:pt>
    <dgm:pt modelId="{269D12D4-A3B9-4158-91CA-83DD1015B77E}" type="sibTrans" cxnId="{0BAE90FC-FAF0-46D1-ADB1-87EAB8753897}">
      <dgm:prSet/>
      <dgm:spPr/>
      <dgm:t>
        <a:bodyPr/>
        <a:lstStyle/>
        <a:p>
          <a:endParaRPr lang="es-PE"/>
        </a:p>
      </dgm:t>
    </dgm:pt>
    <dgm:pt modelId="{CBBF1FCD-2AA2-4C2F-A17C-D565494E1E82}">
      <dgm:prSet phldrT="[Texto]" phldr="0" custT="1"/>
      <dgm:spPr/>
      <dgm:t>
        <a:bodyPr/>
        <a:lstStyle/>
        <a:p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gm:t>
    </dgm:pt>
    <dgm:pt modelId="{BF4EFBC5-70AF-428C-AEC3-8FBE39E5B392}" type="parTrans" cxnId="{F25337CD-4086-4EDD-99CB-3FB61ABB6020}">
      <dgm:prSet/>
      <dgm:spPr/>
      <dgm:t>
        <a:bodyPr/>
        <a:lstStyle/>
        <a:p>
          <a:endParaRPr lang="es-PE"/>
        </a:p>
      </dgm:t>
    </dgm:pt>
    <dgm:pt modelId="{F628070C-2894-48B7-AFD3-710C7350009C}" type="sibTrans" cxnId="{F25337CD-4086-4EDD-99CB-3FB61ABB6020}">
      <dgm:prSet/>
      <dgm:spPr/>
      <dgm:t>
        <a:bodyPr/>
        <a:lstStyle/>
        <a:p>
          <a:endParaRPr lang="es-PE"/>
        </a:p>
      </dgm:t>
    </dgm:pt>
    <dgm:pt modelId="{CB220D77-F89E-437E-AE81-583D43C43591}">
      <dgm:prSet phldrT="[Texto]" phldr="0" custT="1"/>
      <dgm:spPr/>
      <dgm:t>
        <a:bodyPr/>
        <a:lstStyle/>
        <a:p>
          <a:r>
            <a:rPr lang="es-ES" sz="900" b="0" dirty="0"/>
            <a:t>Crear</a:t>
          </a:r>
          <a:endParaRPr lang="es-PE" sz="900" b="0" dirty="0"/>
        </a:p>
      </dgm:t>
    </dgm:pt>
    <dgm:pt modelId="{1A6A9497-5FC3-442C-A672-E01E833EC14E}" type="parTrans" cxnId="{1E9E1DD6-961B-4BC8-997A-B9292F6EAA79}">
      <dgm:prSet/>
      <dgm:spPr/>
      <dgm:t>
        <a:bodyPr/>
        <a:lstStyle/>
        <a:p>
          <a:endParaRPr lang="es-PE"/>
        </a:p>
      </dgm:t>
    </dgm:pt>
    <dgm:pt modelId="{5BD9D47C-3D46-4F49-9F3F-7C84361B5197}" type="sibTrans" cxnId="{1E9E1DD6-961B-4BC8-997A-B9292F6EAA79}">
      <dgm:prSet/>
      <dgm:spPr/>
      <dgm:t>
        <a:bodyPr/>
        <a:lstStyle/>
        <a:p>
          <a:endParaRPr lang="es-PE"/>
        </a:p>
      </dgm:t>
    </dgm:pt>
    <dgm:pt modelId="{A8245AF8-FF4E-44DC-BD2A-F7381DD05253}">
      <dgm:prSet phldrT="[Texto]" phldr="0" custT="1"/>
      <dgm:spPr/>
      <dgm:t>
        <a:bodyPr/>
        <a:lstStyle/>
        <a:p>
          <a:r>
            <a:rPr lang="es-ES" sz="900" dirty="0"/>
            <a:t>Mapear</a:t>
          </a:r>
        </a:p>
        <a:p>
          <a:r>
            <a:rPr lang="es-PE" sz="900" dirty="0"/>
            <a:t>Validar</a:t>
          </a:r>
        </a:p>
        <a:p>
          <a:r>
            <a:rPr lang="es-PE" sz="900" dirty="0"/>
            <a:t>Preparar</a:t>
          </a:r>
        </a:p>
      </dgm:t>
    </dgm:pt>
    <dgm:pt modelId="{3949EB70-5EEC-45A6-B99E-5170D98A4495}" type="parTrans" cxnId="{310FB5A7-6211-4E61-BA62-B27C587848A4}">
      <dgm:prSet/>
      <dgm:spPr/>
      <dgm:t>
        <a:bodyPr/>
        <a:lstStyle/>
        <a:p>
          <a:endParaRPr lang="es-PE"/>
        </a:p>
      </dgm:t>
    </dgm:pt>
    <dgm:pt modelId="{C1556868-B883-4CE0-B6CD-3DF38DE65449}" type="sibTrans" cxnId="{310FB5A7-6211-4E61-BA62-B27C587848A4}">
      <dgm:prSet/>
      <dgm:spPr/>
      <dgm:t>
        <a:bodyPr/>
        <a:lstStyle/>
        <a:p>
          <a:endParaRPr lang="es-PE"/>
        </a:p>
      </dgm:t>
    </dgm:pt>
    <dgm:pt modelId="{DB8307EB-EB33-44A3-9C8B-92B3DD83BB67}">
      <dgm:prSet phldrT="[Texto]" phldr="0" custT="1"/>
      <dgm:spPr/>
      <dgm:t>
        <a:bodyPr/>
        <a:lstStyle/>
        <a:p>
          <a:r>
            <a:rPr lang="es-ES" sz="900" dirty="0"/>
            <a:t>Mover</a:t>
          </a:r>
        </a:p>
        <a:p>
          <a:r>
            <a:rPr lang="es-PE" sz="900" dirty="0"/>
            <a:t>Transformar</a:t>
          </a:r>
        </a:p>
        <a:p>
          <a:r>
            <a:rPr lang="es-PE" sz="900" dirty="0"/>
            <a:t>Integrar</a:t>
          </a:r>
        </a:p>
        <a:p>
          <a:r>
            <a:rPr lang="es-PE" sz="900" dirty="0"/>
            <a:t>Agregar</a:t>
          </a:r>
        </a:p>
      </dgm:t>
    </dgm:pt>
    <dgm:pt modelId="{7D8C2CBB-325E-46C3-85FA-A1BB902AF6F7}" type="parTrans" cxnId="{2FAC456B-C6A5-40F3-81E2-0E7FB2C38339}">
      <dgm:prSet/>
      <dgm:spPr/>
      <dgm:t>
        <a:bodyPr/>
        <a:lstStyle/>
        <a:p>
          <a:endParaRPr lang="es-PE"/>
        </a:p>
      </dgm:t>
    </dgm:pt>
    <dgm:pt modelId="{DD8F5ECF-0E10-463F-B0F2-D3CF1196D574}" type="sibTrans" cxnId="{2FAC456B-C6A5-40F3-81E2-0E7FB2C38339}">
      <dgm:prSet/>
      <dgm:spPr/>
      <dgm:t>
        <a:bodyPr/>
        <a:lstStyle/>
        <a:p>
          <a:endParaRPr lang="es-PE"/>
        </a:p>
      </dgm:t>
    </dgm:pt>
    <dgm:pt modelId="{24706E00-AB8C-4500-A9ED-58DADC553A43}">
      <dgm:prSet phldrT="[Texto]" phldr="0" custT="1"/>
      <dgm:spPr/>
      <dgm:t>
        <a:bodyPr/>
        <a:lstStyle/>
        <a:p>
          <a:r>
            <a:rPr lang="es-ES" sz="900" dirty="0"/>
            <a:t>Analizar</a:t>
          </a:r>
        </a:p>
        <a:p>
          <a:r>
            <a:rPr lang="es-PE" sz="900" dirty="0"/>
            <a:t>Usar</a:t>
          </a:r>
        </a:p>
      </dgm:t>
    </dgm:pt>
    <dgm:pt modelId="{78C463B5-4D0F-491F-B2B2-D22A224397CA}" type="parTrans" cxnId="{FAFD3BB7-FB61-4639-8C29-E537DBB55E70}">
      <dgm:prSet/>
      <dgm:spPr/>
      <dgm:t>
        <a:bodyPr/>
        <a:lstStyle/>
        <a:p>
          <a:endParaRPr lang="es-PE"/>
        </a:p>
      </dgm:t>
    </dgm:pt>
    <dgm:pt modelId="{7F065387-0477-46B8-BAE9-CC949B9724A8}" type="sibTrans" cxnId="{FAFD3BB7-FB61-4639-8C29-E537DBB55E70}">
      <dgm:prSet/>
      <dgm:spPr/>
      <dgm:t>
        <a:bodyPr/>
        <a:lstStyle/>
        <a:p>
          <a:endParaRPr lang="es-PE"/>
        </a:p>
      </dgm:t>
    </dgm:pt>
    <dgm:pt modelId="{6E292A08-FB6C-49F8-897F-17387061F16B}">
      <dgm:prSet phldrT="[Texto]" phldr="0" custT="1"/>
      <dgm:spPr/>
      <dgm:t>
        <a:bodyPr/>
        <a:lstStyle/>
        <a:p>
          <a:r>
            <a:rPr lang="es-ES" sz="900" b="1" dirty="0">
              <a:highlight>
                <a:srgbClr val="FFFF00"/>
              </a:highlight>
            </a:rPr>
            <a:t>Almacenar</a:t>
          </a:r>
        </a:p>
        <a:p>
          <a:r>
            <a:rPr lang="es-PE" sz="900" b="1" dirty="0">
              <a:highlight>
                <a:srgbClr val="FFFF00"/>
              </a:highlight>
            </a:rPr>
            <a:t>Archivar</a:t>
          </a:r>
        </a:p>
        <a:p>
          <a:r>
            <a:rPr lang="es-PE" sz="900" b="1" dirty="0">
              <a:highlight>
                <a:srgbClr val="FFFF00"/>
              </a:highlight>
            </a:rPr>
            <a:t>Eliminar</a:t>
          </a:r>
        </a:p>
      </dgm:t>
    </dgm:pt>
    <dgm:pt modelId="{CE4D0823-0977-4DD5-870D-6210F908A9AD}" type="parTrans" cxnId="{2764B9C7-E3F7-4110-8AE4-77E9D9136F67}">
      <dgm:prSet/>
      <dgm:spPr/>
      <dgm:t>
        <a:bodyPr/>
        <a:lstStyle/>
        <a:p>
          <a:endParaRPr lang="es-PE"/>
        </a:p>
      </dgm:t>
    </dgm:pt>
    <dgm:pt modelId="{119D9C90-6F0B-40A5-9183-207EB8FDB078}" type="sibTrans" cxnId="{2764B9C7-E3F7-4110-8AE4-77E9D9136F67}">
      <dgm:prSet/>
      <dgm:spPr/>
      <dgm:t>
        <a:bodyPr/>
        <a:lstStyle/>
        <a:p>
          <a:endParaRPr lang="es-PE"/>
        </a:p>
      </dgm:t>
    </dgm:pt>
    <dgm:pt modelId="{D35CF48E-0152-461C-AF0B-721F0EA6A572}">
      <dgm:prSet phldrT="[Texto]" phldr="0" custT="1"/>
      <dgm:spPr/>
      <dgm:t>
        <a:bodyPr/>
        <a:lstStyle/>
        <a:p>
          <a:r>
            <a:rPr lang="es-ES" sz="900" dirty="0"/>
            <a:t>Validar</a:t>
          </a:r>
        </a:p>
        <a:p>
          <a:r>
            <a:rPr lang="es-PE" sz="900" dirty="0"/>
            <a:t>Compartir</a:t>
          </a:r>
        </a:p>
        <a:p>
          <a:r>
            <a:rPr lang="es-PE" sz="900" dirty="0"/>
            <a:t>Entregar</a:t>
          </a:r>
        </a:p>
      </dgm:t>
    </dgm:pt>
    <dgm:pt modelId="{B2E03473-CE39-4774-ABF9-E9C03D8B51DB}" type="parTrans" cxnId="{B46E4420-2BA9-45DA-92EF-3DF021E09A71}">
      <dgm:prSet/>
      <dgm:spPr/>
      <dgm:t>
        <a:bodyPr/>
        <a:lstStyle/>
        <a:p>
          <a:endParaRPr lang="es-PE"/>
        </a:p>
      </dgm:t>
    </dgm:pt>
    <dgm:pt modelId="{EA50C78E-3F2B-45A9-AF6B-799D957CC08B}" type="sibTrans" cxnId="{B46E4420-2BA9-45DA-92EF-3DF021E09A71}">
      <dgm:prSet/>
      <dgm:spPr/>
      <dgm:t>
        <a:bodyPr/>
        <a:lstStyle/>
        <a:p>
          <a:endParaRPr lang="es-PE"/>
        </a:p>
      </dgm:t>
    </dgm:pt>
    <dgm:pt modelId="{42DB7F9B-7EC9-4E7F-9204-C7C2F2BE10C9}" type="pres">
      <dgm:prSet presAssocID="{196CEF9D-FA64-4C4A-A8A4-AFAFEAEBAEA7}" presName="Name0" presStyleCnt="0">
        <dgm:presLayoutVars>
          <dgm:dir/>
          <dgm:animLvl val="lvl"/>
          <dgm:resizeHandles val="exact"/>
        </dgm:presLayoutVars>
      </dgm:prSet>
      <dgm:spPr/>
    </dgm:pt>
    <dgm:pt modelId="{C083F150-E559-4D65-A79C-9BA13AB7741C}" type="pres">
      <dgm:prSet presAssocID="{B298CB62-43D2-4C29-8A30-859C3DC1019F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5385CC57-E7F3-48C9-BA56-9E13B65EE016}" type="pres">
      <dgm:prSet presAssocID="{269D12D4-A3B9-4158-91CA-83DD1015B77E}" presName="parTxOnlySpace" presStyleCnt="0"/>
      <dgm:spPr/>
    </dgm:pt>
    <dgm:pt modelId="{681F424A-F4C1-4A9E-8781-5C0E2DF13542}" type="pres">
      <dgm:prSet presAssocID="{CBBF1FCD-2AA2-4C2F-A17C-D565494E1E82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E2B1B873-0CF9-4F53-817B-D559F2840919}" type="pres">
      <dgm:prSet presAssocID="{F628070C-2894-48B7-AFD3-710C7350009C}" presName="parTxOnlySpace" presStyleCnt="0"/>
      <dgm:spPr/>
    </dgm:pt>
    <dgm:pt modelId="{83DF1333-6A78-485C-A9E1-953A24E6F6DA}" type="pres">
      <dgm:prSet presAssocID="{CB220D77-F89E-437E-AE81-583D43C43591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2E50E8F0-C7C5-45CF-AF1B-E1BB191BBB7C}" type="pres">
      <dgm:prSet presAssocID="{5BD9D47C-3D46-4F49-9F3F-7C84361B5197}" presName="parTxOnlySpace" presStyleCnt="0"/>
      <dgm:spPr/>
    </dgm:pt>
    <dgm:pt modelId="{4FE1025E-586B-42DF-8F79-012726F6F12C}" type="pres">
      <dgm:prSet presAssocID="{A8245AF8-FF4E-44DC-BD2A-F7381DD05253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CB9145CE-6B5A-4027-8976-009EB242E4CD}" type="pres">
      <dgm:prSet presAssocID="{C1556868-B883-4CE0-B6CD-3DF38DE65449}" presName="parTxOnlySpace" presStyleCnt="0"/>
      <dgm:spPr/>
    </dgm:pt>
    <dgm:pt modelId="{1482404C-42F1-4F0B-A067-92B5A95074F5}" type="pres">
      <dgm:prSet presAssocID="{DB8307EB-EB33-44A3-9C8B-92B3DD83BB67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A9EB445A-B08E-4FFE-B99A-91A3058E0C3D}" type="pres">
      <dgm:prSet presAssocID="{DD8F5ECF-0E10-463F-B0F2-D3CF1196D574}" presName="parTxOnlySpace" presStyleCnt="0"/>
      <dgm:spPr/>
    </dgm:pt>
    <dgm:pt modelId="{1761151C-6525-44A6-BEE8-E70735A74FBF}" type="pres">
      <dgm:prSet presAssocID="{D35CF48E-0152-461C-AF0B-721F0EA6A572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AE91C183-79C6-4050-A5C6-16D9FA346F0A}" type="pres">
      <dgm:prSet presAssocID="{EA50C78E-3F2B-45A9-AF6B-799D957CC08B}" presName="parTxOnlySpace" presStyleCnt="0"/>
      <dgm:spPr/>
    </dgm:pt>
    <dgm:pt modelId="{F28EAC6C-4C57-4A99-AF6C-6245744704B1}" type="pres">
      <dgm:prSet presAssocID="{24706E00-AB8C-4500-A9ED-58DADC553A43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8255AC31-D866-4721-96DD-B02012C14DD3}" type="pres">
      <dgm:prSet presAssocID="{7F065387-0477-46B8-BAE9-CC949B9724A8}" presName="parTxOnlySpace" presStyleCnt="0"/>
      <dgm:spPr/>
    </dgm:pt>
    <dgm:pt modelId="{0303BA62-792B-4DAA-93D1-03961A20910D}" type="pres">
      <dgm:prSet presAssocID="{6E292A08-FB6C-49F8-897F-17387061F16B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B46E4420-2BA9-45DA-92EF-3DF021E09A71}" srcId="{196CEF9D-FA64-4C4A-A8A4-AFAFEAEBAEA7}" destId="{D35CF48E-0152-461C-AF0B-721F0EA6A572}" srcOrd="5" destOrd="0" parTransId="{B2E03473-CE39-4774-ABF9-E9C03D8B51DB}" sibTransId="{EA50C78E-3F2B-45A9-AF6B-799D957CC08B}"/>
    <dgm:cxn modelId="{E19F383F-D38D-459D-A217-F8190190B604}" type="presOf" srcId="{CBBF1FCD-2AA2-4C2F-A17C-D565494E1E82}" destId="{681F424A-F4C1-4A9E-8781-5C0E2DF13542}" srcOrd="0" destOrd="0" presId="urn:microsoft.com/office/officeart/2005/8/layout/chevron1"/>
    <dgm:cxn modelId="{2FAC456B-C6A5-40F3-81E2-0E7FB2C38339}" srcId="{196CEF9D-FA64-4C4A-A8A4-AFAFEAEBAEA7}" destId="{DB8307EB-EB33-44A3-9C8B-92B3DD83BB67}" srcOrd="4" destOrd="0" parTransId="{7D8C2CBB-325E-46C3-85FA-A1BB902AF6F7}" sibTransId="{DD8F5ECF-0E10-463F-B0F2-D3CF1196D574}"/>
    <dgm:cxn modelId="{BC675876-303E-4B33-91E8-68699BE990D6}" type="presOf" srcId="{6E292A08-FB6C-49F8-897F-17387061F16B}" destId="{0303BA62-792B-4DAA-93D1-03961A20910D}" srcOrd="0" destOrd="0" presId="urn:microsoft.com/office/officeart/2005/8/layout/chevron1"/>
    <dgm:cxn modelId="{F341257B-9ED1-4919-8A78-DBE54452C16F}" type="presOf" srcId="{D35CF48E-0152-461C-AF0B-721F0EA6A572}" destId="{1761151C-6525-44A6-BEE8-E70735A74FBF}" srcOrd="0" destOrd="0" presId="urn:microsoft.com/office/officeart/2005/8/layout/chevron1"/>
    <dgm:cxn modelId="{119F058A-FF15-4FFA-B529-555C4982DE44}" type="presOf" srcId="{24706E00-AB8C-4500-A9ED-58DADC553A43}" destId="{F28EAC6C-4C57-4A99-AF6C-6245744704B1}" srcOrd="0" destOrd="0" presId="urn:microsoft.com/office/officeart/2005/8/layout/chevron1"/>
    <dgm:cxn modelId="{34D3588E-4EE0-4B0A-87FF-F6F4834C5457}" type="presOf" srcId="{A8245AF8-FF4E-44DC-BD2A-F7381DD05253}" destId="{4FE1025E-586B-42DF-8F79-012726F6F12C}" srcOrd="0" destOrd="0" presId="urn:microsoft.com/office/officeart/2005/8/layout/chevron1"/>
    <dgm:cxn modelId="{EA0E8296-0156-4B59-A902-2A0662FBA900}" type="presOf" srcId="{B298CB62-43D2-4C29-8A30-859C3DC1019F}" destId="{C083F150-E559-4D65-A79C-9BA13AB7741C}" srcOrd="0" destOrd="0" presId="urn:microsoft.com/office/officeart/2005/8/layout/chevron1"/>
    <dgm:cxn modelId="{310FB5A7-6211-4E61-BA62-B27C587848A4}" srcId="{196CEF9D-FA64-4C4A-A8A4-AFAFEAEBAEA7}" destId="{A8245AF8-FF4E-44DC-BD2A-F7381DD05253}" srcOrd="3" destOrd="0" parTransId="{3949EB70-5EEC-45A6-B99E-5170D98A4495}" sibTransId="{C1556868-B883-4CE0-B6CD-3DF38DE65449}"/>
    <dgm:cxn modelId="{3FD4CFB6-2CF4-49AC-AAC8-369C2FE7427C}" type="presOf" srcId="{196CEF9D-FA64-4C4A-A8A4-AFAFEAEBAEA7}" destId="{42DB7F9B-7EC9-4E7F-9204-C7C2F2BE10C9}" srcOrd="0" destOrd="0" presId="urn:microsoft.com/office/officeart/2005/8/layout/chevron1"/>
    <dgm:cxn modelId="{FAFD3BB7-FB61-4639-8C29-E537DBB55E70}" srcId="{196CEF9D-FA64-4C4A-A8A4-AFAFEAEBAEA7}" destId="{24706E00-AB8C-4500-A9ED-58DADC553A43}" srcOrd="6" destOrd="0" parTransId="{78C463B5-4D0F-491F-B2B2-D22A224397CA}" sibTransId="{7F065387-0477-46B8-BAE9-CC949B9724A8}"/>
    <dgm:cxn modelId="{2764B9C7-E3F7-4110-8AE4-77E9D9136F67}" srcId="{196CEF9D-FA64-4C4A-A8A4-AFAFEAEBAEA7}" destId="{6E292A08-FB6C-49F8-897F-17387061F16B}" srcOrd="7" destOrd="0" parTransId="{CE4D0823-0977-4DD5-870D-6210F908A9AD}" sibTransId="{119D9C90-6F0B-40A5-9183-207EB8FDB078}"/>
    <dgm:cxn modelId="{F25337CD-4086-4EDD-99CB-3FB61ABB6020}" srcId="{196CEF9D-FA64-4C4A-A8A4-AFAFEAEBAEA7}" destId="{CBBF1FCD-2AA2-4C2F-A17C-D565494E1E82}" srcOrd="1" destOrd="0" parTransId="{BF4EFBC5-70AF-428C-AEC3-8FBE39E5B392}" sibTransId="{F628070C-2894-48B7-AFD3-710C7350009C}"/>
    <dgm:cxn modelId="{1E9E1DD6-961B-4BC8-997A-B9292F6EAA79}" srcId="{196CEF9D-FA64-4C4A-A8A4-AFAFEAEBAEA7}" destId="{CB220D77-F89E-437E-AE81-583D43C43591}" srcOrd="2" destOrd="0" parTransId="{1A6A9497-5FC3-442C-A672-E01E833EC14E}" sibTransId="{5BD9D47C-3D46-4F49-9F3F-7C84361B5197}"/>
    <dgm:cxn modelId="{15055DDC-F7C2-4069-88B1-4369E8D266E7}" type="presOf" srcId="{DB8307EB-EB33-44A3-9C8B-92B3DD83BB67}" destId="{1482404C-42F1-4F0B-A067-92B5A95074F5}" srcOrd="0" destOrd="0" presId="urn:microsoft.com/office/officeart/2005/8/layout/chevron1"/>
    <dgm:cxn modelId="{F942D1FB-90A8-4452-BCC9-586093DF0E63}" type="presOf" srcId="{CB220D77-F89E-437E-AE81-583D43C43591}" destId="{83DF1333-6A78-485C-A9E1-953A24E6F6DA}" srcOrd="0" destOrd="0" presId="urn:microsoft.com/office/officeart/2005/8/layout/chevron1"/>
    <dgm:cxn modelId="{0BAE90FC-FAF0-46D1-ADB1-87EAB8753897}" srcId="{196CEF9D-FA64-4C4A-A8A4-AFAFEAEBAEA7}" destId="{B298CB62-43D2-4C29-8A30-859C3DC1019F}" srcOrd="0" destOrd="0" parTransId="{D8ABC785-6EB8-4B19-BC55-3D7857522D3F}" sibTransId="{269D12D4-A3B9-4158-91CA-83DD1015B77E}"/>
    <dgm:cxn modelId="{DE8733C4-5A65-4BBD-84DA-CAB8A705BF9A}" type="presParOf" srcId="{42DB7F9B-7EC9-4E7F-9204-C7C2F2BE10C9}" destId="{C083F150-E559-4D65-A79C-9BA13AB7741C}" srcOrd="0" destOrd="0" presId="urn:microsoft.com/office/officeart/2005/8/layout/chevron1"/>
    <dgm:cxn modelId="{A06599BD-4EFB-4D90-B1D0-262692095783}" type="presParOf" srcId="{42DB7F9B-7EC9-4E7F-9204-C7C2F2BE10C9}" destId="{5385CC57-E7F3-48C9-BA56-9E13B65EE016}" srcOrd="1" destOrd="0" presId="urn:microsoft.com/office/officeart/2005/8/layout/chevron1"/>
    <dgm:cxn modelId="{074B6E30-292E-41D4-963F-6CA76E0D1395}" type="presParOf" srcId="{42DB7F9B-7EC9-4E7F-9204-C7C2F2BE10C9}" destId="{681F424A-F4C1-4A9E-8781-5C0E2DF13542}" srcOrd="2" destOrd="0" presId="urn:microsoft.com/office/officeart/2005/8/layout/chevron1"/>
    <dgm:cxn modelId="{45F08305-CD3E-4BD8-B99C-7AA77BEEF9F5}" type="presParOf" srcId="{42DB7F9B-7EC9-4E7F-9204-C7C2F2BE10C9}" destId="{E2B1B873-0CF9-4F53-817B-D559F2840919}" srcOrd="3" destOrd="0" presId="urn:microsoft.com/office/officeart/2005/8/layout/chevron1"/>
    <dgm:cxn modelId="{6E4C5F97-1B91-4E3A-A781-09E7F7C6B041}" type="presParOf" srcId="{42DB7F9B-7EC9-4E7F-9204-C7C2F2BE10C9}" destId="{83DF1333-6A78-485C-A9E1-953A24E6F6DA}" srcOrd="4" destOrd="0" presId="urn:microsoft.com/office/officeart/2005/8/layout/chevron1"/>
    <dgm:cxn modelId="{023367A0-FFE0-473B-9E7E-C40B45F40E30}" type="presParOf" srcId="{42DB7F9B-7EC9-4E7F-9204-C7C2F2BE10C9}" destId="{2E50E8F0-C7C5-45CF-AF1B-E1BB191BBB7C}" srcOrd="5" destOrd="0" presId="urn:microsoft.com/office/officeart/2005/8/layout/chevron1"/>
    <dgm:cxn modelId="{81BA74DA-8D33-463C-866D-06A758C2860B}" type="presParOf" srcId="{42DB7F9B-7EC9-4E7F-9204-C7C2F2BE10C9}" destId="{4FE1025E-586B-42DF-8F79-012726F6F12C}" srcOrd="6" destOrd="0" presId="urn:microsoft.com/office/officeart/2005/8/layout/chevron1"/>
    <dgm:cxn modelId="{9C8547A4-A605-4523-A81E-5EE2AB301226}" type="presParOf" srcId="{42DB7F9B-7EC9-4E7F-9204-C7C2F2BE10C9}" destId="{CB9145CE-6B5A-4027-8976-009EB242E4CD}" srcOrd="7" destOrd="0" presId="urn:microsoft.com/office/officeart/2005/8/layout/chevron1"/>
    <dgm:cxn modelId="{048316DE-7C0D-4617-92E7-AA179077FE06}" type="presParOf" srcId="{42DB7F9B-7EC9-4E7F-9204-C7C2F2BE10C9}" destId="{1482404C-42F1-4F0B-A067-92B5A95074F5}" srcOrd="8" destOrd="0" presId="urn:microsoft.com/office/officeart/2005/8/layout/chevron1"/>
    <dgm:cxn modelId="{31A47DD2-C43A-4E2A-B92B-BDAD6C2F0CD3}" type="presParOf" srcId="{42DB7F9B-7EC9-4E7F-9204-C7C2F2BE10C9}" destId="{A9EB445A-B08E-4FFE-B99A-91A3058E0C3D}" srcOrd="9" destOrd="0" presId="urn:microsoft.com/office/officeart/2005/8/layout/chevron1"/>
    <dgm:cxn modelId="{5C1D8B9C-16D5-4753-B180-4F673E32B7F6}" type="presParOf" srcId="{42DB7F9B-7EC9-4E7F-9204-C7C2F2BE10C9}" destId="{1761151C-6525-44A6-BEE8-E70735A74FBF}" srcOrd="10" destOrd="0" presId="urn:microsoft.com/office/officeart/2005/8/layout/chevron1"/>
    <dgm:cxn modelId="{F970C1CB-75A2-44C1-B30E-E1CAAD0543D2}" type="presParOf" srcId="{42DB7F9B-7EC9-4E7F-9204-C7C2F2BE10C9}" destId="{AE91C183-79C6-4050-A5C6-16D9FA346F0A}" srcOrd="11" destOrd="0" presId="urn:microsoft.com/office/officeart/2005/8/layout/chevron1"/>
    <dgm:cxn modelId="{6FCBA999-7BB3-4B2D-AE9E-48A2C20A6962}" type="presParOf" srcId="{42DB7F9B-7EC9-4E7F-9204-C7C2F2BE10C9}" destId="{F28EAC6C-4C57-4A99-AF6C-6245744704B1}" srcOrd="12" destOrd="0" presId="urn:microsoft.com/office/officeart/2005/8/layout/chevron1"/>
    <dgm:cxn modelId="{987DBA9A-0832-4E96-83D7-D6434FD76379}" type="presParOf" srcId="{42DB7F9B-7EC9-4E7F-9204-C7C2F2BE10C9}" destId="{8255AC31-D866-4721-96DD-B02012C14DD3}" srcOrd="13" destOrd="0" presId="urn:microsoft.com/office/officeart/2005/8/layout/chevron1"/>
    <dgm:cxn modelId="{6D4F6538-AD2F-429D-8293-C6637062D967}" type="presParOf" srcId="{42DB7F9B-7EC9-4E7F-9204-C7C2F2BE10C9}" destId="{0303BA62-792B-4DAA-93D1-03961A20910D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196CEF9D-FA64-4C4A-A8A4-AFAFEAEBAEA7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B298CB62-43D2-4C29-8A30-859C3DC1019F}">
      <dgm:prSet phldrT="[Texto]" phldr="0" custT="1"/>
      <dgm:spPr/>
      <dgm:t>
        <a:bodyPr/>
        <a:lstStyle/>
        <a:p>
          <a:r>
            <a:rPr lang="es-ES" sz="900" b="0" dirty="0"/>
            <a:t>Recopilar requerimientos</a:t>
          </a:r>
          <a:endParaRPr lang="es-PE" sz="900" b="0" dirty="0"/>
        </a:p>
      </dgm:t>
    </dgm:pt>
    <dgm:pt modelId="{D8ABC785-6EB8-4B19-BC55-3D7857522D3F}" type="parTrans" cxnId="{0BAE90FC-FAF0-46D1-ADB1-87EAB8753897}">
      <dgm:prSet/>
      <dgm:spPr/>
      <dgm:t>
        <a:bodyPr/>
        <a:lstStyle/>
        <a:p>
          <a:endParaRPr lang="es-PE"/>
        </a:p>
      </dgm:t>
    </dgm:pt>
    <dgm:pt modelId="{269D12D4-A3B9-4158-91CA-83DD1015B77E}" type="sibTrans" cxnId="{0BAE90FC-FAF0-46D1-ADB1-87EAB8753897}">
      <dgm:prSet/>
      <dgm:spPr/>
      <dgm:t>
        <a:bodyPr/>
        <a:lstStyle/>
        <a:p>
          <a:endParaRPr lang="es-PE"/>
        </a:p>
      </dgm:t>
    </dgm:pt>
    <dgm:pt modelId="{CBBF1FCD-2AA2-4C2F-A17C-D565494E1E82}">
      <dgm:prSet phldrT="[Texto]" phldr="0" custT="1"/>
      <dgm:spPr/>
      <dgm:t>
        <a:bodyPr/>
        <a:lstStyle/>
        <a:p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gm:t>
    </dgm:pt>
    <dgm:pt modelId="{BF4EFBC5-70AF-428C-AEC3-8FBE39E5B392}" type="parTrans" cxnId="{F25337CD-4086-4EDD-99CB-3FB61ABB6020}">
      <dgm:prSet/>
      <dgm:spPr/>
      <dgm:t>
        <a:bodyPr/>
        <a:lstStyle/>
        <a:p>
          <a:endParaRPr lang="es-PE"/>
        </a:p>
      </dgm:t>
    </dgm:pt>
    <dgm:pt modelId="{F628070C-2894-48B7-AFD3-710C7350009C}" type="sibTrans" cxnId="{F25337CD-4086-4EDD-99CB-3FB61ABB6020}">
      <dgm:prSet/>
      <dgm:spPr/>
      <dgm:t>
        <a:bodyPr/>
        <a:lstStyle/>
        <a:p>
          <a:endParaRPr lang="es-PE"/>
        </a:p>
      </dgm:t>
    </dgm:pt>
    <dgm:pt modelId="{CB220D77-F89E-437E-AE81-583D43C43591}">
      <dgm:prSet phldrT="[Texto]" phldr="0" custT="1"/>
      <dgm:spPr/>
      <dgm:t>
        <a:bodyPr/>
        <a:lstStyle/>
        <a:p>
          <a:r>
            <a:rPr lang="es-ES" sz="900" b="0" dirty="0"/>
            <a:t>Crear</a:t>
          </a:r>
          <a:endParaRPr lang="es-PE" sz="900" b="0" dirty="0"/>
        </a:p>
      </dgm:t>
    </dgm:pt>
    <dgm:pt modelId="{1A6A9497-5FC3-442C-A672-E01E833EC14E}" type="parTrans" cxnId="{1E9E1DD6-961B-4BC8-997A-B9292F6EAA79}">
      <dgm:prSet/>
      <dgm:spPr/>
      <dgm:t>
        <a:bodyPr/>
        <a:lstStyle/>
        <a:p>
          <a:endParaRPr lang="es-PE"/>
        </a:p>
      </dgm:t>
    </dgm:pt>
    <dgm:pt modelId="{5BD9D47C-3D46-4F49-9F3F-7C84361B5197}" type="sibTrans" cxnId="{1E9E1DD6-961B-4BC8-997A-B9292F6EAA79}">
      <dgm:prSet/>
      <dgm:spPr/>
      <dgm:t>
        <a:bodyPr/>
        <a:lstStyle/>
        <a:p>
          <a:endParaRPr lang="es-PE"/>
        </a:p>
      </dgm:t>
    </dgm:pt>
    <dgm:pt modelId="{A8245AF8-FF4E-44DC-BD2A-F7381DD05253}">
      <dgm:prSet phldrT="[Texto]" phldr="0" custT="1"/>
      <dgm:spPr/>
      <dgm:t>
        <a:bodyPr/>
        <a:lstStyle/>
        <a:p>
          <a:r>
            <a:rPr lang="es-ES" sz="900" dirty="0"/>
            <a:t>Mapear</a:t>
          </a:r>
        </a:p>
        <a:p>
          <a:r>
            <a:rPr lang="es-PE" sz="900" dirty="0"/>
            <a:t>Validar</a:t>
          </a:r>
        </a:p>
        <a:p>
          <a:r>
            <a:rPr lang="es-PE" sz="900" dirty="0"/>
            <a:t>Preparar</a:t>
          </a:r>
        </a:p>
      </dgm:t>
    </dgm:pt>
    <dgm:pt modelId="{3949EB70-5EEC-45A6-B99E-5170D98A4495}" type="parTrans" cxnId="{310FB5A7-6211-4E61-BA62-B27C587848A4}">
      <dgm:prSet/>
      <dgm:spPr/>
      <dgm:t>
        <a:bodyPr/>
        <a:lstStyle/>
        <a:p>
          <a:endParaRPr lang="es-PE"/>
        </a:p>
      </dgm:t>
    </dgm:pt>
    <dgm:pt modelId="{C1556868-B883-4CE0-B6CD-3DF38DE65449}" type="sibTrans" cxnId="{310FB5A7-6211-4E61-BA62-B27C587848A4}">
      <dgm:prSet/>
      <dgm:spPr/>
      <dgm:t>
        <a:bodyPr/>
        <a:lstStyle/>
        <a:p>
          <a:endParaRPr lang="es-PE"/>
        </a:p>
      </dgm:t>
    </dgm:pt>
    <dgm:pt modelId="{DB8307EB-EB33-44A3-9C8B-92B3DD83BB67}">
      <dgm:prSet phldrT="[Texto]" phldr="0" custT="1"/>
      <dgm:spPr/>
      <dgm:t>
        <a:bodyPr/>
        <a:lstStyle/>
        <a:p>
          <a:r>
            <a:rPr lang="es-ES" sz="900" dirty="0"/>
            <a:t>Mover</a:t>
          </a:r>
        </a:p>
        <a:p>
          <a:r>
            <a:rPr lang="es-PE" sz="900" dirty="0"/>
            <a:t>Transformar</a:t>
          </a:r>
        </a:p>
        <a:p>
          <a:r>
            <a:rPr lang="es-PE" sz="900" dirty="0"/>
            <a:t>Integrar</a:t>
          </a:r>
        </a:p>
        <a:p>
          <a:r>
            <a:rPr lang="es-PE" sz="900" dirty="0"/>
            <a:t>Agregar</a:t>
          </a:r>
        </a:p>
      </dgm:t>
    </dgm:pt>
    <dgm:pt modelId="{7D8C2CBB-325E-46C3-85FA-A1BB902AF6F7}" type="parTrans" cxnId="{2FAC456B-C6A5-40F3-81E2-0E7FB2C38339}">
      <dgm:prSet/>
      <dgm:spPr/>
      <dgm:t>
        <a:bodyPr/>
        <a:lstStyle/>
        <a:p>
          <a:endParaRPr lang="es-PE"/>
        </a:p>
      </dgm:t>
    </dgm:pt>
    <dgm:pt modelId="{DD8F5ECF-0E10-463F-B0F2-D3CF1196D574}" type="sibTrans" cxnId="{2FAC456B-C6A5-40F3-81E2-0E7FB2C38339}">
      <dgm:prSet/>
      <dgm:spPr/>
      <dgm:t>
        <a:bodyPr/>
        <a:lstStyle/>
        <a:p>
          <a:endParaRPr lang="es-PE"/>
        </a:p>
      </dgm:t>
    </dgm:pt>
    <dgm:pt modelId="{24706E00-AB8C-4500-A9ED-58DADC553A43}">
      <dgm:prSet phldrT="[Texto]" phldr="0" custT="1"/>
      <dgm:spPr/>
      <dgm:t>
        <a:bodyPr/>
        <a:lstStyle/>
        <a:p>
          <a:r>
            <a:rPr lang="es-ES" sz="900" dirty="0"/>
            <a:t>Analizar</a:t>
          </a:r>
        </a:p>
        <a:p>
          <a:r>
            <a:rPr lang="es-PE" sz="900" dirty="0"/>
            <a:t>Usar</a:t>
          </a:r>
        </a:p>
      </dgm:t>
    </dgm:pt>
    <dgm:pt modelId="{78C463B5-4D0F-491F-B2B2-D22A224397CA}" type="parTrans" cxnId="{FAFD3BB7-FB61-4639-8C29-E537DBB55E70}">
      <dgm:prSet/>
      <dgm:spPr/>
      <dgm:t>
        <a:bodyPr/>
        <a:lstStyle/>
        <a:p>
          <a:endParaRPr lang="es-PE"/>
        </a:p>
      </dgm:t>
    </dgm:pt>
    <dgm:pt modelId="{7F065387-0477-46B8-BAE9-CC949B9724A8}" type="sibTrans" cxnId="{FAFD3BB7-FB61-4639-8C29-E537DBB55E70}">
      <dgm:prSet/>
      <dgm:spPr/>
      <dgm:t>
        <a:bodyPr/>
        <a:lstStyle/>
        <a:p>
          <a:endParaRPr lang="es-PE"/>
        </a:p>
      </dgm:t>
    </dgm:pt>
    <dgm:pt modelId="{6E292A08-FB6C-49F8-897F-17387061F16B}">
      <dgm:prSet phldrT="[Texto]" phldr="0" custT="1"/>
      <dgm:spPr/>
      <dgm:t>
        <a:bodyPr/>
        <a:lstStyle/>
        <a:p>
          <a:r>
            <a:rPr lang="es-ES" sz="900" b="1" dirty="0">
              <a:highlight>
                <a:srgbClr val="FFFF00"/>
              </a:highlight>
            </a:rPr>
            <a:t>Almacenar</a:t>
          </a:r>
        </a:p>
        <a:p>
          <a:r>
            <a:rPr lang="es-PE" sz="900" b="1" dirty="0">
              <a:highlight>
                <a:srgbClr val="FFFF00"/>
              </a:highlight>
            </a:rPr>
            <a:t>Archivar</a:t>
          </a:r>
        </a:p>
        <a:p>
          <a:r>
            <a:rPr lang="es-PE" sz="900" b="1" dirty="0">
              <a:highlight>
                <a:srgbClr val="FFFF00"/>
              </a:highlight>
            </a:rPr>
            <a:t>Eliminar</a:t>
          </a:r>
        </a:p>
      </dgm:t>
    </dgm:pt>
    <dgm:pt modelId="{CE4D0823-0977-4DD5-870D-6210F908A9AD}" type="parTrans" cxnId="{2764B9C7-E3F7-4110-8AE4-77E9D9136F67}">
      <dgm:prSet/>
      <dgm:spPr/>
      <dgm:t>
        <a:bodyPr/>
        <a:lstStyle/>
        <a:p>
          <a:endParaRPr lang="es-PE"/>
        </a:p>
      </dgm:t>
    </dgm:pt>
    <dgm:pt modelId="{119D9C90-6F0B-40A5-9183-207EB8FDB078}" type="sibTrans" cxnId="{2764B9C7-E3F7-4110-8AE4-77E9D9136F67}">
      <dgm:prSet/>
      <dgm:spPr/>
      <dgm:t>
        <a:bodyPr/>
        <a:lstStyle/>
        <a:p>
          <a:endParaRPr lang="es-PE"/>
        </a:p>
      </dgm:t>
    </dgm:pt>
    <dgm:pt modelId="{D35CF48E-0152-461C-AF0B-721F0EA6A572}">
      <dgm:prSet phldrT="[Texto]" phldr="0" custT="1"/>
      <dgm:spPr/>
      <dgm:t>
        <a:bodyPr/>
        <a:lstStyle/>
        <a:p>
          <a:r>
            <a:rPr lang="es-ES" sz="900" dirty="0"/>
            <a:t>Validar</a:t>
          </a:r>
        </a:p>
        <a:p>
          <a:r>
            <a:rPr lang="es-PE" sz="900" dirty="0"/>
            <a:t>Compartir</a:t>
          </a:r>
        </a:p>
        <a:p>
          <a:r>
            <a:rPr lang="es-PE" sz="900" dirty="0"/>
            <a:t>Entregar</a:t>
          </a:r>
        </a:p>
      </dgm:t>
    </dgm:pt>
    <dgm:pt modelId="{B2E03473-CE39-4774-ABF9-E9C03D8B51DB}" type="parTrans" cxnId="{B46E4420-2BA9-45DA-92EF-3DF021E09A71}">
      <dgm:prSet/>
      <dgm:spPr/>
      <dgm:t>
        <a:bodyPr/>
        <a:lstStyle/>
        <a:p>
          <a:endParaRPr lang="es-PE"/>
        </a:p>
      </dgm:t>
    </dgm:pt>
    <dgm:pt modelId="{EA50C78E-3F2B-45A9-AF6B-799D957CC08B}" type="sibTrans" cxnId="{B46E4420-2BA9-45DA-92EF-3DF021E09A71}">
      <dgm:prSet/>
      <dgm:spPr/>
      <dgm:t>
        <a:bodyPr/>
        <a:lstStyle/>
        <a:p>
          <a:endParaRPr lang="es-PE"/>
        </a:p>
      </dgm:t>
    </dgm:pt>
    <dgm:pt modelId="{42DB7F9B-7EC9-4E7F-9204-C7C2F2BE10C9}" type="pres">
      <dgm:prSet presAssocID="{196CEF9D-FA64-4C4A-A8A4-AFAFEAEBAEA7}" presName="Name0" presStyleCnt="0">
        <dgm:presLayoutVars>
          <dgm:dir/>
          <dgm:animLvl val="lvl"/>
          <dgm:resizeHandles val="exact"/>
        </dgm:presLayoutVars>
      </dgm:prSet>
      <dgm:spPr/>
    </dgm:pt>
    <dgm:pt modelId="{C083F150-E559-4D65-A79C-9BA13AB7741C}" type="pres">
      <dgm:prSet presAssocID="{B298CB62-43D2-4C29-8A30-859C3DC1019F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5385CC57-E7F3-48C9-BA56-9E13B65EE016}" type="pres">
      <dgm:prSet presAssocID="{269D12D4-A3B9-4158-91CA-83DD1015B77E}" presName="parTxOnlySpace" presStyleCnt="0"/>
      <dgm:spPr/>
    </dgm:pt>
    <dgm:pt modelId="{681F424A-F4C1-4A9E-8781-5C0E2DF13542}" type="pres">
      <dgm:prSet presAssocID="{CBBF1FCD-2AA2-4C2F-A17C-D565494E1E82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E2B1B873-0CF9-4F53-817B-D559F2840919}" type="pres">
      <dgm:prSet presAssocID="{F628070C-2894-48B7-AFD3-710C7350009C}" presName="parTxOnlySpace" presStyleCnt="0"/>
      <dgm:spPr/>
    </dgm:pt>
    <dgm:pt modelId="{83DF1333-6A78-485C-A9E1-953A24E6F6DA}" type="pres">
      <dgm:prSet presAssocID="{CB220D77-F89E-437E-AE81-583D43C43591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2E50E8F0-C7C5-45CF-AF1B-E1BB191BBB7C}" type="pres">
      <dgm:prSet presAssocID="{5BD9D47C-3D46-4F49-9F3F-7C84361B5197}" presName="parTxOnlySpace" presStyleCnt="0"/>
      <dgm:spPr/>
    </dgm:pt>
    <dgm:pt modelId="{4FE1025E-586B-42DF-8F79-012726F6F12C}" type="pres">
      <dgm:prSet presAssocID="{A8245AF8-FF4E-44DC-BD2A-F7381DD05253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CB9145CE-6B5A-4027-8976-009EB242E4CD}" type="pres">
      <dgm:prSet presAssocID="{C1556868-B883-4CE0-B6CD-3DF38DE65449}" presName="parTxOnlySpace" presStyleCnt="0"/>
      <dgm:spPr/>
    </dgm:pt>
    <dgm:pt modelId="{1482404C-42F1-4F0B-A067-92B5A95074F5}" type="pres">
      <dgm:prSet presAssocID="{DB8307EB-EB33-44A3-9C8B-92B3DD83BB67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A9EB445A-B08E-4FFE-B99A-91A3058E0C3D}" type="pres">
      <dgm:prSet presAssocID="{DD8F5ECF-0E10-463F-B0F2-D3CF1196D574}" presName="parTxOnlySpace" presStyleCnt="0"/>
      <dgm:spPr/>
    </dgm:pt>
    <dgm:pt modelId="{1761151C-6525-44A6-BEE8-E70735A74FBF}" type="pres">
      <dgm:prSet presAssocID="{D35CF48E-0152-461C-AF0B-721F0EA6A572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AE91C183-79C6-4050-A5C6-16D9FA346F0A}" type="pres">
      <dgm:prSet presAssocID="{EA50C78E-3F2B-45A9-AF6B-799D957CC08B}" presName="parTxOnlySpace" presStyleCnt="0"/>
      <dgm:spPr/>
    </dgm:pt>
    <dgm:pt modelId="{F28EAC6C-4C57-4A99-AF6C-6245744704B1}" type="pres">
      <dgm:prSet presAssocID="{24706E00-AB8C-4500-A9ED-58DADC553A43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8255AC31-D866-4721-96DD-B02012C14DD3}" type="pres">
      <dgm:prSet presAssocID="{7F065387-0477-46B8-BAE9-CC949B9724A8}" presName="parTxOnlySpace" presStyleCnt="0"/>
      <dgm:spPr/>
    </dgm:pt>
    <dgm:pt modelId="{0303BA62-792B-4DAA-93D1-03961A20910D}" type="pres">
      <dgm:prSet presAssocID="{6E292A08-FB6C-49F8-897F-17387061F16B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B46E4420-2BA9-45DA-92EF-3DF021E09A71}" srcId="{196CEF9D-FA64-4C4A-A8A4-AFAFEAEBAEA7}" destId="{D35CF48E-0152-461C-AF0B-721F0EA6A572}" srcOrd="5" destOrd="0" parTransId="{B2E03473-CE39-4774-ABF9-E9C03D8B51DB}" sibTransId="{EA50C78E-3F2B-45A9-AF6B-799D957CC08B}"/>
    <dgm:cxn modelId="{E19F383F-D38D-459D-A217-F8190190B604}" type="presOf" srcId="{CBBF1FCD-2AA2-4C2F-A17C-D565494E1E82}" destId="{681F424A-F4C1-4A9E-8781-5C0E2DF13542}" srcOrd="0" destOrd="0" presId="urn:microsoft.com/office/officeart/2005/8/layout/chevron1"/>
    <dgm:cxn modelId="{2FAC456B-C6A5-40F3-81E2-0E7FB2C38339}" srcId="{196CEF9D-FA64-4C4A-A8A4-AFAFEAEBAEA7}" destId="{DB8307EB-EB33-44A3-9C8B-92B3DD83BB67}" srcOrd="4" destOrd="0" parTransId="{7D8C2CBB-325E-46C3-85FA-A1BB902AF6F7}" sibTransId="{DD8F5ECF-0E10-463F-B0F2-D3CF1196D574}"/>
    <dgm:cxn modelId="{BC675876-303E-4B33-91E8-68699BE990D6}" type="presOf" srcId="{6E292A08-FB6C-49F8-897F-17387061F16B}" destId="{0303BA62-792B-4DAA-93D1-03961A20910D}" srcOrd="0" destOrd="0" presId="urn:microsoft.com/office/officeart/2005/8/layout/chevron1"/>
    <dgm:cxn modelId="{F341257B-9ED1-4919-8A78-DBE54452C16F}" type="presOf" srcId="{D35CF48E-0152-461C-AF0B-721F0EA6A572}" destId="{1761151C-6525-44A6-BEE8-E70735A74FBF}" srcOrd="0" destOrd="0" presId="urn:microsoft.com/office/officeart/2005/8/layout/chevron1"/>
    <dgm:cxn modelId="{119F058A-FF15-4FFA-B529-555C4982DE44}" type="presOf" srcId="{24706E00-AB8C-4500-A9ED-58DADC553A43}" destId="{F28EAC6C-4C57-4A99-AF6C-6245744704B1}" srcOrd="0" destOrd="0" presId="urn:microsoft.com/office/officeart/2005/8/layout/chevron1"/>
    <dgm:cxn modelId="{34D3588E-4EE0-4B0A-87FF-F6F4834C5457}" type="presOf" srcId="{A8245AF8-FF4E-44DC-BD2A-F7381DD05253}" destId="{4FE1025E-586B-42DF-8F79-012726F6F12C}" srcOrd="0" destOrd="0" presId="urn:microsoft.com/office/officeart/2005/8/layout/chevron1"/>
    <dgm:cxn modelId="{EA0E8296-0156-4B59-A902-2A0662FBA900}" type="presOf" srcId="{B298CB62-43D2-4C29-8A30-859C3DC1019F}" destId="{C083F150-E559-4D65-A79C-9BA13AB7741C}" srcOrd="0" destOrd="0" presId="urn:microsoft.com/office/officeart/2005/8/layout/chevron1"/>
    <dgm:cxn modelId="{310FB5A7-6211-4E61-BA62-B27C587848A4}" srcId="{196CEF9D-FA64-4C4A-A8A4-AFAFEAEBAEA7}" destId="{A8245AF8-FF4E-44DC-BD2A-F7381DD05253}" srcOrd="3" destOrd="0" parTransId="{3949EB70-5EEC-45A6-B99E-5170D98A4495}" sibTransId="{C1556868-B883-4CE0-B6CD-3DF38DE65449}"/>
    <dgm:cxn modelId="{3FD4CFB6-2CF4-49AC-AAC8-369C2FE7427C}" type="presOf" srcId="{196CEF9D-FA64-4C4A-A8A4-AFAFEAEBAEA7}" destId="{42DB7F9B-7EC9-4E7F-9204-C7C2F2BE10C9}" srcOrd="0" destOrd="0" presId="urn:microsoft.com/office/officeart/2005/8/layout/chevron1"/>
    <dgm:cxn modelId="{FAFD3BB7-FB61-4639-8C29-E537DBB55E70}" srcId="{196CEF9D-FA64-4C4A-A8A4-AFAFEAEBAEA7}" destId="{24706E00-AB8C-4500-A9ED-58DADC553A43}" srcOrd="6" destOrd="0" parTransId="{78C463B5-4D0F-491F-B2B2-D22A224397CA}" sibTransId="{7F065387-0477-46B8-BAE9-CC949B9724A8}"/>
    <dgm:cxn modelId="{2764B9C7-E3F7-4110-8AE4-77E9D9136F67}" srcId="{196CEF9D-FA64-4C4A-A8A4-AFAFEAEBAEA7}" destId="{6E292A08-FB6C-49F8-897F-17387061F16B}" srcOrd="7" destOrd="0" parTransId="{CE4D0823-0977-4DD5-870D-6210F908A9AD}" sibTransId="{119D9C90-6F0B-40A5-9183-207EB8FDB078}"/>
    <dgm:cxn modelId="{F25337CD-4086-4EDD-99CB-3FB61ABB6020}" srcId="{196CEF9D-FA64-4C4A-A8A4-AFAFEAEBAEA7}" destId="{CBBF1FCD-2AA2-4C2F-A17C-D565494E1E82}" srcOrd="1" destOrd="0" parTransId="{BF4EFBC5-70AF-428C-AEC3-8FBE39E5B392}" sibTransId="{F628070C-2894-48B7-AFD3-710C7350009C}"/>
    <dgm:cxn modelId="{1E9E1DD6-961B-4BC8-997A-B9292F6EAA79}" srcId="{196CEF9D-FA64-4C4A-A8A4-AFAFEAEBAEA7}" destId="{CB220D77-F89E-437E-AE81-583D43C43591}" srcOrd="2" destOrd="0" parTransId="{1A6A9497-5FC3-442C-A672-E01E833EC14E}" sibTransId="{5BD9D47C-3D46-4F49-9F3F-7C84361B5197}"/>
    <dgm:cxn modelId="{15055DDC-F7C2-4069-88B1-4369E8D266E7}" type="presOf" srcId="{DB8307EB-EB33-44A3-9C8B-92B3DD83BB67}" destId="{1482404C-42F1-4F0B-A067-92B5A95074F5}" srcOrd="0" destOrd="0" presId="urn:microsoft.com/office/officeart/2005/8/layout/chevron1"/>
    <dgm:cxn modelId="{F942D1FB-90A8-4452-BCC9-586093DF0E63}" type="presOf" srcId="{CB220D77-F89E-437E-AE81-583D43C43591}" destId="{83DF1333-6A78-485C-A9E1-953A24E6F6DA}" srcOrd="0" destOrd="0" presId="urn:microsoft.com/office/officeart/2005/8/layout/chevron1"/>
    <dgm:cxn modelId="{0BAE90FC-FAF0-46D1-ADB1-87EAB8753897}" srcId="{196CEF9D-FA64-4C4A-A8A4-AFAFEAEBAEA7}" destId="{B298CB62-43D2-4C29-8A30-859C3DC1019F}" srcOrd="0" destOrd="0" parTransId="{D8ABC785-6EB8-4B19-BC55-3D7857522D3F}" sibTransId="{269D12D4-A3B9-4158-91CA-83DD1015B77E}"/>
    <dgm:cxn modelId="{DE8733C4-5A65-4BBD-84DA-CAB8A705BF9A}" type="presParOf" srcId="{42DB7F9B-7EC9-4E7F-9204-C7C2F2BE10C9}" destId="{C083F150-E559-4D65-A79C-9BA13AB7741C}" srcOrd="0" destOrd="0" presId="urn:microsoft.com/office/officeart/2005/8/layout/chevron1"/>
    <dgm:cxn modelId="{A06599BD-4EFB-4D90-B1D0-262692095783}" type="presParOf" srcId="{42DB7F9B-7EC9-4E7F-9204-C7C2F2BE10C9}" destId="{5385CC57-E7F3-48C9-BA56-9E13B65EE016}" srcOrd="1" destOrd="0" presId="urn:microsoft.com/office/officeart/2005/8/layout/chevron1"/>
    <dgm:cxn modelId="{074B6E30-292E-41D4-963F-6CA76E0D1395}" type="presParOf" srcId="{42DB7F9B-7EC9-4E7F-9204-C7C2F2BE10C9}" destId="{681F424A-F4C1-4A9E-8781-5C0E2DF13542}" srcOrd="2" destOrd="0" presId="urn:microsoft.com/office/officeart/2005/8/layout/chevron1"/>
    <dgm:cxn modelId="{45F08305-CD3E-4BD8-B99C-7AA77BEEF9F5}" type="presParOf" srcId="{42DB7F9B-7EC9-4E7F-9204-C7C2F2BE10C9}" destId="{E2B1B873-0CF9-4F53-817B-D559F2840919}" srcOrd="3" destOrd="0" presId="urn:microsoft.com/office/officeart/2005/8/layout/chevron1"/>
    <dgm:cxn modelId="{6E4C5F97-1B91-4E3A-A781-09E7F7C6B041}" type="presParOf" srcId="{42DB7F9B-7EC9-4E7F-9204-C7C2F2BE10C9}" destId="{83DF1333-6A78-485C-A9E1-953A24E6F6DA}" srcOrd="4" destOrd="0" presId="urn:microsoft.com/office/officeart/2005/8/layout/chevron1"/>
    <dgm:cxn modelId="{023367A0-FFE0-473B-9E7E-C40B45F40E30}" type="presParOf" srcId="{42DB7F9B-7EC9-4E7F-9204-C7C2F2BE10C9}" destId="{2E50E8F0-C7C5-45CF-AF1B-E1BB191BBB7C}" srcOrd="5" destOrd="0" presId="urn:microsoft.com/office/officeart/2005/8/layout/chevron1"/>
    <dgm:cxn modelId="{81BA74DA-8D33-463C-866D-06A758C2860B}" type="presParOf" srcId="{42DB7F9B-7EC9-4E7F-9204-C7C2F2BE10C9}" destId="{4FE1025E-586B-42DF-8F79-012726F6F12C}" srcOrd="6" destOrd="0" presId="urn:microsoft.com/office/officeart/2005/8/layout/chevron1"/>
    <dgm:cxn modelId="{9C8547A4-A605-4523-A81E-5EE2AB301226}" type="presParOf" srcId="{42DB7F9B-7EC9-4E7F-9204-C7C2F2BE10C9}" destId="{CB9145CE-6B5A-4027-8976-009EB242E4CD}" srcOrd="7" destOrd="0" presId="urn:microsoft.com/office/officeart/2005/8/layout/chevron1"/>
    <dgm:cxn modelId="{048316DE-7C0D-4617-92E7-AA179077FE06}" type="presParOf" srcId="{42DB7F9B-7EC9-4E7F-9204-C7C2F2BE10C9}" destId="{1482404C-42F1-4F0B-A067-92B5A95074F5}" srcOrd="8" destOrd="0" presId="urn:microsoft.com/office/officeart/2005/8/layout/chevron1"/>
    <dgm:cxn modelId="{31A47DD2-C43A-4E2A-B92B-BDAD6C2F0CD3}" type="presParOf" srcId="{42DB7F9B-7EC9-4E7F-9204-C7C2F2BE10C9}" destId="{A9EB445A-B08E-4FFE-B99A-91A3058E0C3D}" srcOrd="9" destOrd="0" presId="urn:microsoft.com/office/officeart/2005/8/layout/chevron1"/>
    <dgm:cxn modelId="{5C1D8B9C-16D5-4753-B180-4F673E32B7F6}" type="presParOf" srcId="{42DB7F9B-7EC9-4E7F-9204-C7C2F2BE10C9}" destId="{1761151C-6525-44A6-BEE8-E70735A74FBF}" srcOrd="10" destOrd="0" presId="urn:microsoft.com/office/officeart/2005/8/layout/chevron1"/>
    <dgm:cxn modelId="{F970C1CB-75A2-44C1-B30E-E1CAAD0543D2}" type="presParOf" srcId="{42DB7F9B-7EC9-4E7F-9204-C7C2F2BE10C9}" destId="{AE91C183-79C6-4050-A5C6-16D9FA346F0A}" srcOrd="11" destOrd="0" presId="urn:microsoft.com/office/officeart/2005/8/layout/chevron1"/>
    <dgm:cxn modelId="{6FCBA999-7BB3-4B2D-AE9E-48A2C20A6962}" type="presParOf" srcId="{42DB7F9B-7EC9-4E7F-9204-C7C2F2BE10C9}" destId="{F28EAC6C-4C57-4A99-AF6C-6245744704B1}" srcOrd="12" destOrd="0" presId="urn:microsoft.com/office/officeart/2005/8/layout/chevron1"/>
    <dgm:cxn modelId="{987DBA9A-0832-4E96-83D7-D6434FD76379}" type="presParOf" srcId="{42DB7F9B-7EC9-4E7F-9204-C7C2F2BE10C9}" destId="{8255AC31-D866-4721-96DD-B02012C14DD3}" srcOrd="13" destOrd="0" presId="urn:microsoft.com/office/officeart/2005/8/layout/chevron1"/>
    <dgm:cxn modelId="{6D4F6538-AD2F-429D-8293-C6637062D967}" type="presParOf" srcId="{42DB7F9B-7EC9-4E7F-9204-C7C2F2BE10C9}" destId="{0303BA62-792B-4DAA-93D1-03961A20910D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196CEF9D-FA64-4C4A-A8A4-AFAFEAEBAEA7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B298CB62-43D2-4C29-8A30-859C3DC1019F}">
      <dgm:prSet phldrT="[Texto]" phldr="0" custT="1"/>
      <dgm:spPr/>
      <dgm:t>
        <a:bodyPr/>
        <a:lstStyle/>
        <a:p>
          <a:r>
            <a:rPr lang="es-ES" sz="900" b="0" dirty="0"/>
            <a:t>Recopilar requerimientos</a:t>
          </a:r>
          <a:endParaRPr lang="es-PE" sz="900" b="0" dirty="0"/>
        </a:p>
      </dgm:t>
    </dgm:pt>
    <dgm:pt modelId="{D8ABC785-6EB8-4B19-BC55-3D7857522D3F}" type="parTrans" cxnId="{0BAE90FC-FAF0-46D1-ADB1-87EAB8753897}">
      <dgm:prSet/>
      <dgm:spPr/>
      <dgm:t>
        <a:bodyPr/>
        <a:lstStyle/>
        <a:p>
          <a:endParaRPr lang="es-PE"/>
        </a:p>
      </dgm:t>
    </dgm:pt>
    <dgm:pt modelId="{269D12D4-A3B9-4158-91CA-83DD1015B77E}" type="sibTrans" cxnId="{0BAE90FC-FAF0-46D1-ADB1-87EAB8753897}">
      <dgm:prSet/>
      <dgm:spPr/>
      <dgm:t>
        <a:bodyPr/>
        <a:lstStyle/>
        <a:p>
          <a:endParaRPr lang="es-PE"/>
        </a:p>
      </dgm:t>
    </dgm:pt>
    <dgm:pt modelId="{CBBF1FCD-2AA2-4C2F-A17C-D565494E1E82}">
      <dgm:prSet phldrT="[Texto]" phldr="0" custT="1"/>
      <dgm:spPr/>
      <dgm:t>
        <a:bodyPr/>
        <a:lstStyle/>
        <a:p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gm:t>
    </dgm:pt>
    <dgm:pt modelId="{BF4EFBC5-70AF-428C-AEC3-8FBE39E5B392}" type="parTrans" cxnId="{F25337CD-4086-4EDD-99CB-3FB61ABB6020}">
      <dgm:prSet/>
      <dgm:spPr/>
      <dgm:t>
        <a:bodyPr/>
        <a:lstStyle/>
        <a:p>
          <a:endParaRPr lang="es-PE"/>
        </a:p>
      </dgm:t>
    </dgm:pt>
    <dgm:pt modelId="{F628070C-2894-48B7-AFD3-710C7350009C}" type="sibTrans" cxnId="{F25337CD-4086-4EDD-99CB-3FB61ABB6020}">
      <dgm:prSet/>
      <dgm:spPr/>
      <dgm:t>
        <a:bodyPr/>
        <a:lstStyle/>
        <a:p>
          <a:endParaRPr lang="es-PE"/>
        </a:p>
      </dgm:t>
    </dgm:pt>
    <dgm:pt modelId="{CB220D77-F89E-437E-AE81-583D43C43591}">
      <dgm:prSet phldrT="[Texto]" phldr="0" custT="1"/>
      <dgm:spPr/>
      <dgm:t>
        <a:bodyPr/>
        <a:lstStyle/>
        <a:p>
          <a:r>
            <a:rPr lang="es-ES" sz="900" b="0" dirty="0"/>
            <a:t>Crear</a:t>
          </a:r>
          <a:endParaRPr lang="es-PE" sz="900" b="0" dirty="0"/>
        </a:p>
      </dgm:t>
    </dgm:pt>
    <dgm:pt modelId="{1A6A9497-5FC3-442C-A672-E01E833EC14E}" type="parTrans" cxnId="{1E9E1DD6-961B-4BC8-997A-B9292F6EAA79}">
      <dgm:prSet/>
      <dgm:spPr/>
      <dgm:t>
        <a:bodyPr/>
        <a:lstStyle/>
        <a:p>
          <a:endParaRPr lang="es-PE"/>
        </a:p>
      </dgm:t>
    </dgm:pt>
    <dgm:pt modelId="{5BD9D47C-3D46-4F49-9F3F-7C84361B5197}" type="sibTrans" cxnId="{1E9E1DD6-961B-4BC8-997A-B9292F6EAA79}">
      <dgm:prSet/>
      <dgm:spPr/>
      <dgm:t>
        <a:bodyPr/>
        <a:lstStyle/>
        <a:p>
          <a:endParaRPr lang="es-PE"/>
        </a:p>
      </dgm:t>
    </dgm:pt>
    <dgm:pt modelId="{A8245AF8-FF4E-44DC-BD2A-F7381DD05253}">
      <dgm:prSet phldrT="[Texto]" phldr="0" custT="1"/>
      <dgm:spPr/>
      <dgm:t>
        <a:bodyPr/>
        <a:lstStyle/>
        <a:p>
          <a:r>
            <a:rPr lang="es-ES" sz="900" dirty="0"/>
            <a:t>Mapear</a:t>
          </a:r>
        </a:p>
        <a:p>
          <a:r>
            <a:rPr lang="es-PE" sz="900" dirty="0"/>
            <a:t>Validar</a:t>
          </a:r>
        </a:p>
        <a:p>
          <a:r>
            <a:rPr lang="es-PE" sz="900" dirty="0"/>
            <a:t>Preparar</a:t>
          </a:r>
        </a:p>
      </dgm:t>
    </dgm:pt>
    <dgm:pt modelId="{3949EB70-5EEC-45A6-B99E-5170D98A4495}" type="parTrans" cxnId="{310FB5A7-6211-4E61-BA62-B27C587848A4}">
      <dgm:prSet/>
      <dgm:spPr/>
      <dgm:t>
        <a:bodyPr/>
        <a:lstStyle/>
        <a:p>
          <a:endParaRPr lang="es-PE"/>
        </a:p>
      </dgm:t>
    </dgm:pt>
    <dgm:pt modelId="{C1556868-B883-4CE0-B6CD-3DF38DE65449}" type="sibTrans" cxnId="{310FB5A7-6211-4E61-BA62-B27C587848A4}">
      <dgm:prSet/>
      <dgm:spPr/>
      <dgm:t>
        <a:bodyPr/>
        <a:lstStyle/>
        <a:p>
          <a:endParaRPr lang="es-PE"/>
        </a:p>
      </dgm:t>
    </dgm:pt>
    <dgm:pt modelId="{DB8307EB-EB33-44A3-9C8B-92B3DD83BB67}">
      <dgm:prSet phldrT="[Texto]" phldr="0" custT="1"/>
      <dgm:spPr/>
      <dgm:t>
        <a:bodyPr/>
        <a:lstStyle/>
        <a:p>
          <a:r>
            <a:rPr lang="es-ES" sz="900" dirty="0"/>
            <a:t>Mover</a:t>
          </a:r>
        </a:p>
        <a:p>
          <a:r>
            <a:rPr lang="es-PE" sz="900" dirty="0"/>
            <a:t>Transformar</a:t>
          </a:r>
        </a:p>
        <a:p>
          <a:r>
            <a:rPr lang="es-PE" sz="900" dirty="0"/>
            <a:t>Integrar</a:t>
          </a:r>
        </a:p>
        <a:p>
          <a:r>
            <a:rPr lang="es-PE" sz="900" dirty="0"/>
            <a:t>Agregar</a:t>
          </a:r>
        </a:p>
      </dgm:t>
    </dgm:pt>
    <dgm:pt modelId="{7D8C2CBB-325E-46C3-85FA-A1BB902AF6F7}" type="parTrans" cxnId="{2FAC456B-C6A5-40F3-81E2-0E7FB2C38339}">
      <dgm:prSet/>
      <dgm:spPr/>
      <dgm:t>
        <a:bodyPr/>
        <a:lstStyle/>
        <a:p>
          <a:endParaRPr lang="es-PE"/>
        </a:p>
      </dgm:t>
    </dgm:pt>
    <dgm:pt modelId="{DD8F5ECF-0E10-463F-B0F2-D3CF1196D574}" type="sibTrans" cxnId="{2FAC456B-C6A5-40F3-81E2-0E7FB2C38339}">
      <dgm:prSet/>
      <dgm:spPr/>
      <dgm:t>
        <a:bodyPr/>
        <a:lstStyle/>
        <a:p>
          <a:endParaRPr lang="es-PE"/>
        </a:p>
      </dgm:t>
    </dgm:pt>
    <dgm:pt modelId="{24706E00-AB8C-4500-A9ED-58DADC553A43}">
      <dgm:prSet phldrT="[Texto]" phldr="0" custT="1"/>
      <dgm:spPr/>
      <dgm:t>
        <a:bodyPr/>
        <a:lstStyle/>
        <a:p>
          <a:r>
            <a:rPr lang="es-ES" sz="900" dirty="0"/>
            <a:t>Analizar</a:t>
          </a:r>
        </a:p>
        <a:p>
          <a:r>
            <a:rPr lang="es-PE" sz="900" dirty="0"/>
            <a:t>Usar</a:t>
          </a:r>
        </a:p>
      </dgm:t>
    </dgm:pt>
    <dgm:pt modelId="{78C463B5-4D0F-491F-B2B2-D22A224397CA}" type="parTrans" cxnId="{FAFD3BB7-FB61-4639-8C29-E537DBB55E70}">
      <dgm:prSet/>
      <dgm:spPr/>
      <dgm:t>
        <a:bodyPr/>
        <a:lstStyle/>
        <a:p>
          <a:endParaRPr lang="es-PE"/>
        </a:p>
      </dgm:t>
    </dgm:pt>
    <dgm:pt modelId="{7F065387-0477-46B8-BAE9-CC949B9724A8}" type="sibTrans" cxnId="{FAFD3BB7-FB61-4639-8C29-E537DBB55E70}">
      <dgm:prSet/>
      <dgm:spPr/>
      <dgm:t>
        <a:bodyPr/>
        <a:lstStyle/>
        <a:p>
          <a:endParaRPr lang="es-PE"/>
        </a:p>
      </dgm:t>
    </dgm:pt>
    <dgm:pt modelId="{6E292A08-FB6C-49F8-897F-17387061F16B}">
      <dgm:prSet phldrT="[Texto]" phldr="0" custT="1"/>
      <dgm:spPr/>
      <dgm:t>
        <a:bodyPr/>
        <a:lstStyle/>
        <a:p>
          <a:r>
            <a:rPr lang="es-ES" sz="900" b="1" dirty="0">
              <a:highlight>
                <a:srgbClr val="FFFF00"/>
              </a:highlight>
            </a:rPr>
            <a:t>Almacenar</a:t>
          </a:r>
        </a:p>
        <a:p>
          <a:r>
            <a:rPr lang="es-PE" sz="900" b="1" dirty="0">
              <a:highlight>
                <a:srgbClr val="FFFF00"/>
              </a:highlight>
            </a:rPr>
            <a:t>Archivar</a:t>
          </a:r>
        </a:p>
        <a:p>
          <a:r>
            <a:rPr lang="es-PE" sz="900" b="1" dirty="0">
              <a:highlight>
                <a:srgbClr val="FFFF00"/>
              </a:highlight>
            </a:rPr>
            <a:t>Eliminar</a:t>
          </a:r>
        </a:p>
      </dgm:t>
    </dgm:pt>
    <dgm:pt modelId="{CE4D0823-0977-4DD5-870D-6210F908A9AD}" type="parTrans" cxnId="{2764B9C7-E3F7-4110-8AE4-77E9D9136F67}">
      <dgm:prSet/>
      <dgm:spPr/>
      <dgm:t>
        <a:bodyPr/>
        <a:lstStyle/>
        <a:p>
          <a:endParaRPr lang="es-PE"/>
        </a:p>
      </dgm:t>
    </dgm:pt>
    <dgm:pt modelId="{119D9C90-6F0B-40A5-9183-207EB8FDB078}" type="sibTrans" cxnId="{2764B9C7-E3F7-4110-8AE4-77E9D9136F67}">
      <dgm:prSet/>
      <dgm:spPr/>
      <dgm:t>
        <a:bodyPr/>
        <a:lstStyle/>
        <a:p>
          <a:endParaRPr lang="es-PE"/>
        </a:p>
      </dgm:t>
    </dgm:pt>
    <dgm:pt modelId="{D35CF48E-0152-461C-AF0B-721F0EA6A572}">
      <dgm:prSet phldrT="[Texto]" phldr="0" custT="1"/>
      <dgm:spPr/>
      <dgm:t>
        <a:bodyPr/>
        <a:lstStyle/>
        <a:p>
          <a:r>
            <a:rPr lang="es-ES" sz="900" dirty="0"/>
            <a:t>Validar</a:t>
          </a:r>
        </a:p>
        <a:p>
          <a:r>
            <a:rPr lang="es-PE" sz="900" dirty="0"/>
            <a:t>Compartir</a:t>
          </a:r>
        </a:p>
        <a:p>
          <a:r>
            <a:rPr lang="es-PE" sz="900" dirty="0"/>
            <a:t>Entregar</a:t>
          </a:r>
        </a:p>
      </dgm:t>
    </dgm:pt>
    <dgm:pt modelId="{B2E03473-CE39-4774-ABF9-E9C03D8B51DB}" type="parTrans" cxnId="{B46E4420-2BA9-45DA-92EF-3DF021E09A71}">
      <dgm:prSet/>
      <dgm:spPr/>
      <dgm:t>
        <a:bodyPr/>
        <a:lstStyle/>
        <a:p>
          <a:endParaRPr lang="es-PE"/>
        </a:p>
      </dgm:t>
    </dgm:pt>
    <dgm:pt modelId="{EA50C78E-3F2B-45A9-AF6B-799D957CC08B}" type="sibTrans" cxnId="{B46E4420-2BA9-45DA-92EF-3DF021E09A71}">
      <dgm:prSet/>
      <dgm:spPr/>
      <dgm:t>
        <a:bodyPr/>
        <a:lstStyle/>
        <a:p>
          <a:endParaRPr lang="es-PE"/>
        </a:p>
      </dgm:t>
    </dgm:pt>
    <dgm:pt modelId="{42DB7F9B-7EC9-4E7F-9204-C7C2F2BE10C9}" type="pres">
      <dgm:prSet presAssocID="{196CEF9D-FA64-4C4A-A8A4-AFAFEAEBAEA7}" presName="Name0" presStyleCnt="0">
        <dgm:presLayoutVars>
          <dgm:dir/>
          <dgm:animLvl val="lvl"/>
          <dgm:resizeHandles val="exact"/>
        </dgm:presLayoutVars>
      </dgm:prSet>
      <dgm:spPr/>
    </dgm:pt>
    <dgm:pt modelId="{C083F150-E559-4D65-A79C-9BA13AB7741C}" type="pres">
      <dgm:prSet presAssocID="{B298CB62-43D2-4C29-8A30-859C3DC1019F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5385CC57-E7F3-48C9-BA56-9E13B65EE016}" type="pres">
      <dgm:prSet presAssocID="{269D12D4-A3B9-4158-91CA-83DD1015B77E}" presName="parTxOnlySpace" presStyleCnt="0"/>
      <dgm:spPr/>
    </dgm:pt>
    <dgm:pt modelId="{681F424A-F4C1-4A9E-8781-5C0E2DF13542}" type="pres">
      <dgm:prSet presAssocID="{CBBF1FCD-2AA2-4C2F-A17C-D565494E1E82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E2B1B873-0CF9-4F53-817B-D559F2840919}" type="pres">
      <dgm:prSet presAssocID="{F628070C-2894-48B7-AFD3-710C7350009C}" presName="parTxOnlySpace" presStyleCnt="0"/>
      <dgm:spPr/>
    </dgm:pt>
    <dgm:pt modelId="{83DF1333-6A78-485C-A9E1-953A24E6F6DA}" type="pres">
      <dgm:prSet presAssocID="{CB220D77-F89E-437E-AE81-583D43C43591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2E50E8F0-C7C5-45CF-AF1B-E1BB191BBB7C}" type="pres">
      <dgm:prSet presAssocID="{5BD9D47C-3D46-4F49-9F3F-7C84361B5197}" presName="parTxOnlySpace" presStyleCnt="0"/>
      <dgm:spPr/>
    </dgm:pt>
    <dgm:pt modelId="{4FE1025E-586B-42DF-8F79-012726F6F12C}" type="pres">
      <dgm:prSet presAssocID="{A8245AF8-FF4E-44DC-BD2A-F7381DD05253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CB9145CE-6B5A-4027-8976-009EB242E4CD}" type="pres">
      <dgm:prSet presAssocID="{C1556868-B883-4CE0-B6CD-3DF38DE65449}" presName="parTxOnlySpace" presStyleCnt="0"/>
      <dgm:spPr/>
    </dgm:pt>
    <dgm:pt modelId="{1482404C-42F1-4F0B-A067-92B5A95074F5}" type="pres">
      <dgm:prSet presAssocID="{DB8307EB-EB33-44A3-9C8B-92B3DD83BB67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A9EB445A-B08E-4FFE-B99A-91A3058E0C3D}" type="pres">
      <dgm:prSet presAssocID="{DD8F5ECF-0E10-463F-B0F2-D3CF1196D574}" presName="parTxOnlySpace" presStyleCnt="0"/>
      <dgm:spPr/>
    </dgm:pt>
    <dgm:pt modelId="{1761151C-6525-44A6-BEE8-E70735A74FBF}" type="pres">
      <dgm:prSet presAssocID="{D35CF48E-0152-461C-AF0B-721F0EA6A572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AE91C183-79C6-4050-A5C6-16D9FA346F0A}" type="pres">
      <dgm:prSet presAssocID="{EA50C78E-3F2B-45A9-AF6B-799D957CC08B}" presName="parTxOnlySpace" presStyleCnt="0"/>
      <dgm:spPr/>
    </dgm:pt>
    <dgm:pt modelId="{F28EAC6C-4C57-4A99-AF6C-6245744704B1}" type="pres">
      <dgm:prSet presAssocID="{24706E00-AB8C-4500-A9ED-58DADC553A43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8255AC31-D866-4721-96DD-B02012C14DD3}" type="pres">
      <dgm:prSet presAssocID="{7F065387-0477-46B8-BAE9-CC949B9724A8}" presName="parTxOnlySpace" presStyleCnt="0"/>
      <dgm:spPr/>
    </dgm:pt>
    <dgm:pt modelId="{0303BA62-792B-4DAA-93D1-03961A20910D}" type="pres">
      <dgm:prSet presAssocID="{6E292A08-FB6C-49F8-897F-17387061F16B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B46E4420-2BA9-45DA-92EF-3DF021E09A71}" srcId="{196CEF9D-FA64-4C4A-A8A4-AFAFEAEBAEA7}" destId="{D35CF48E-0152-461C-AF0B-721F0EA6A572}" srcOrd="5" destOrd="0" parTransId="{B2E03473-CE39-4774-ABF9-E9C03D8B51DB}" sibTransId="{EA50C78E-3F2B-45A9-AF6B-799D957CC08B}"/>
    <dgm:cxn modelId="{E19F383F-D38D-459D-A217-F8190190B604}" type="presOf" srcId="{CBBF1FCD-2AA2-4C2F-A17C-D565494E1E82}" destId="{681F424A-F4C1-4A9E-8781-5C0E2DF13542}" srcOrd="0" destOrd="0" presId="urn:microsoft.com/office/officeart/2005/8/layout/chevron1"/>
    <dgm:cxn modelId="{2FAC456B-C6A5-40F3-81E2-0E7FB2C38339}" srcId="{196CEF9D-FA64-4C4A-A8A4-AFAFEAEBAEA7}" destId="{DB8307EB-EB33-44A3-9C8B-92B3DD83BB67}" srcOrd="4" destOrd="0" parTransId="{7D8C2CBB-325E-46C3-85FA-A1BB902AF6F7}" sibTransId="{DD8F5ECF-0E10-463F-B0F2-D3CF1196D574}"/>
    <dgm:cxn modelId="{BC675876-303E-4B33-91E8-68699BE990D6}" type="presOf" srcId="{6E292A08-FB6C-49F8-897F-17387061F16B}" destId="{0303BA62-792B-4DAA-93D1-03961A20910D}" srcOrd="0" destOrd="0" presId="urn:microsoft.com/office/officeart/2005/8/layout/chevron1"/>
    <dgm:cxn modelId="{F341257B-9ED1-4919-8A78-DBE54452C16F}" type="presOf" srcId="{D35CF48E-0152-461C-AF0B-721F0EA6A572}" destId="{1761151C-6525-44A6-BEE8-E70735A74FBF}" srcOrd="0" destOrd="0" presId="urn:microsoft.com/office/officeart/2005/8/layout/chevron1"/>
    <dgm:cxn modelId="{119F058A-FF15-4FFA-B529-555C4982DE44}" type="presOf" srcId="{24706E00-AB8C-4500-A9ED-58DADC553A43}" destId="{F28EAC6C-4C57-4A99-AF6C-6245744704B1}" srcOrd="0" destOrd="0" presId="urn:microsoft.com/office/officeart/2005/8/layout/chevron1"/>
    <dgm:cxn modelId="{34D3588E-4EE0-4B0A-87FF-F6F4834C5457}" type="presOf" srcId="{A8245AF8-FF4E-44DC-BD2A-F7381DD05253}" destId="{4FE1025E-586B-42DF-8F79-012726F6F12C}" srcOrd="0" destOrd="0" presId="urn:microsoft.com/office/officeart/2005/8/layout/chevron1"/>
    <dgm:cxn modelId="{EA0E8296-0156-4B59-A902-2A0662FBA900}" type="presOf" srcId="{B298CB62-43D2-4C29-8A30-859C3DC1019F}" destId="{C083F150-E559-4D65-A79C-9BA13AB7741C}" srcOrd="0" destOrd="0" presId="urn:microsoft.com/office/officeart/2005/8/layout/chevron1"/>
    <dgm:cxn modelId="{310FB5A7-6211-4E61-BA62-B27C587848A4}" srcId="{196CEF9D-FA64-4C4A-A8A4-AFAFEAEBAEA7}" destId="{A8245AF8-FF4E-44DC-BD2A-F7381DD05253}" srcOrd="3" destOrd="0" parTransId="{3949EB70-5EEC-45A6-B99E-5170D98A4495}" sibTransId="{C1556868-B883-4CE0-B6CD-3DF38DE65449}"/>
    <dgm:cxn modelId="{3FD4CFB6-2CF4-49AC-AAC8-369C2FE7427C}" type="presOf" srcId="{196CEF9D-FA64-4C4A-A8A4-AFAFEAEBAEA7}" destId="{42DB7F9B-7EC9-4E7F-9204-C7C2F2BE10C9}" srcOrd="0" destOrd="0" presId="urn:microsoft.com/office/officeart/2005/8/layout/chevron1"/>
    <dgm:cxn modelId="{FAFD3BB7-FB61-4639-8C29-E537DBB55E70}" srcId="{196CEF9D-FA64-4C4A-A8A4-AFAFEAEBAEA7}" destId="{24706E00-AB8C-4500-A9ED-58DADC553A43}" srcOrd="6" destOrd="0" parTransId="{78C463B5-4D0F-491F-B2B2-D22A224397CA}" sibTransId="{7F065387-0477-46B8-BAE9-CC949B9724A8}"/>
    <dgm:cxn modelId="{2764B9C7-E3F7-4110-8AE4-77E9D9136F67}" srcId="{196CEF9D-FA64-4C4A-A8A4-AFAFEAEBAEA7}" destId="{6E292A08-FB6C-49F8-897F-17387061F16B}" srcOrd="7" destOrd="0" parTransId="{CE4D0823-0977-4DD5-870D-6210F908A9AD}" sibTransId="{119D9C90-6F0B-40A5-9183-207EB8FDB078}"/>
    <dgm:cxn modelId="{F25337CD-4086-4EDD-99CB-3FB61ABB6020}" srcId="{196CEF9D-FA64-4C4A-A8A4-AFAFEAEBAEA7}" destId="{CBBF1FCD-2AA2-4C2F-A17C-D565494E1E82}" srcOrd="1" destOrd="0" parTransId="{BF4EFBC5-70AF-428C-AEC3-8FBE39E5B392}" sibTransId="{F628070C-2894-48B7-AFD3-710C7350009C}"/>
    <dgm:cxn modelId="{1E9E1DD6-961B-4BC8-997A-B9292F6EAA79}" srcId="{196CEF9D-FA64-4C4A-A8A4-AFAFEAEBAEA7}" destId="{CB220D77-F89E-437E-AE81-583D43C43591}" srcOrd="2" destOrd="0" parTransId="{1A6A9497-5FC3-442C-A672-E01E833EC14E}" sibTransId="{5BD9D47C-3D46-4F49-9F3F-7C84361B5197}"/>
    <dgm:cxn modelId="{15055DDC-F7C2-4069-88B1-4369E8D266E7}" type="presOf" srcId="{DB8307EB-EB33-44A3-9C8B-92B3DD83BB67}" destId="{1482404C-42F1-4F0B-A067-92B5A95074F5}" srcOrd="0" destOrd="0" presId="urn:microsoft.com/office/officeart/2005/8/layout/chevron1"/>
    <dgm:cxn modelId="{F942D1FB-90A8-4452-BCC9-586093DF0E63}" type="presOf" srcId="{CB220D77-F89E-437E-AE81-583D43C43591}" destId="{83DF1333-6A78-485C-A9E1-953A24E6F6DA}" srcOrd="0" destOrd="0" presId="urn:microsoft.com/office/officeart/2005/8/layout/chevron1"/>
    <dgm:cxn modelId="{0BAE90FC-FAF0-46D1-ADB1-87EAB8753897}" srcId="{196CEF9D-FA64-4C4A-A8A4-AFAFEAEBAEA7}" destId="{B298CB62-43D2-4C29-8A30-859C3DC1019F}" srcOrd="0" destOrd="0" parTransId="{D8ABC785-6EB8-4B19-BC55-3D7857522D3F}" sibTransId="{269D12D4-A3B9-4158-91CA-83DD1015B77E}"/>
    <dgm:cxn modelId="{DE8733C4-5A65-4BBD-84DA-CAB8A705BF9A}" type="presParOf" srcId="{42DB7F9B-7EC9-4E7F-9204-C7C2F2BE10C9}" destId="{C083F150-E559-4D65-A79C-9BA13AB7741C}" srcOrd="0" destOrd="0" presId="urn:microsoft.com/office/officeart/2005/8/layout/chevron1"/>
    <dgm:cxn modelId="{A06599BD-4EFB-4D90-B1D0-262692095783}" type="presParOf" srcId="{42DB7F9B-7EC9-4E7F-9204-C7C2F2BE10C9}" destId="{5385CC57-E7F3-48C9-BA56-9E13B65EE016}" srcOrd="1" destOrd="0" presId="urn:microsoft.com/office/officeart/2005/8/layout/chevron1"/>
    <dgm:cxn modelId="{074B6E30-292E-41D4-963F-6CA76E0D1395}" type="presParOf" srcId="{42DB7F9B-7EC9-4E7F-9204-C7C2F2BE10C9}" destId="{681F424A-F4C1-4A9E-8781-5C0E2DF13542}" srcOrd="2" destOrd="0" presId="urn:microsoft.com/office/officeart/2005/8/layout/chevron1"/>
    <dgm:cxn modelId="{45F08305-CD3E-4BD8-B99C-7AA77BEEF9F5}" type="presParOf" srcId="{42DB7F9B-7EC9-4E7F-9204-C7C2F2BE10C9}" destId="{E2B1B873-0CF9-4F53-817B-D559F2840919}" srcOrd="3" destOrd="0" presId="urn:microsoft.com/office/officeart/2005/8/layout/chevron1"/>
    <dgm:cxn modelId="{6E4C5F97-1B91-4E3A-A781-09E7F7C6B041}" type="presParOf" srcId="{42DB7F9B-7EC9-4E7F-9204-C7C2F2BE10C9}" destId="{83DF1333-6A78-485C-A9E1-953A24E6F6DA}" srcOrd="4" destOrd="0" presId="urn:microsoft.com/office/officeart/2005/8/layout/chevron1"/>
    <dgm:cxn modelId="{023367A0-FFE0-473B-9E7E-C40B45F40E30}" type="presParOf" srcId="{42DB7F9B-7EC9-4E7F-9204-C7C2F2BE10C9}" destId="{2E50E8F0-C7C5-45CF-AF1B-E1BB191BBB7C}" srcOrd="5" destOrd="0" presId="urn:microsoft.com/office/officeart/2005/8/layout/chevron1"/>
    <dgm:cxn modelId="{81BA74DA-8D33-463C-866D-06A758C2860B}" type="presParOf" srcId="{42DB7F9B-7EC9-4E7F-9204-C7C2F2BE10C9}" destId="{4FE1025E-586B-42DF-8F79-012726F6F12C}" srcOrd="6" destOrd="0" presId="urn:microsoft.com/office/officeart/2005/8/layout/chevron1"/>
    <dgm:cxn modelId="{9C8547A4-A605-4523-A81E-5EE2AB301226}" type="presParOf" srcId="{42DB7F9B-7EC9-4E7F-9204-C7C2F2BE10C9}" destId="{CB9145CE-6B5A-4027-8976-009EB242E4CD}" srcOrd="7" destOrd="0" presId="urn:microsoft.com/office/officeart/2005/8/layout/chevron1"/>
    <dgm:cxn modelId="{048316DE-7C0D-4617-92E7-AA179077FE06}" type="presParOf" srcId="{42DB7F9B-7EC9-4E7F-9204-C7C2F2BE10C9}" destId="{1482404C-42F1-4F0B-A067-92B5A95074F5}" srcOrd="8" destOrd="0" presId="urn:microsoft.com/office/officeart/2005/8/layout/chevron1"/>
    <dgm:cxn modelId="{31A47DD2-C43A-4E2A-B92B-BDAD6C2F0CD3}" type="presParOf" srcId="{42DB7F9B-7EC9-4E7F-9204-C7C2F2BE10C9}" destId="{A9EB445A-B08E-4FFE-B99A-91A3058E0C3D}" srcOrd="9" destOrd="0" presId="urn:microsoft.com/office/officeart/2005/8/layout/chevron1"/>
    <dgm:cxn modelId="{5C1D8B9C-16D5-4753-B180-4F673E32B7F6}" type="presParOf" srcId="{42DB7F9B-7EC9-4E7F-9204-C7C2F2BE10C9}" destId="{1761151C-6525-44A6-BEE8-E70735A74FBF}" srcOrd="10" destOrd="0" presId="urn:microsoft.com/office/officeart/2005/8/layout/chevron1"/>
    <dgm:cxn modelId="{F970C1CB-75A2-44C1-B30E-E1CAAD0543D2}" type="presParOf" srcId="{42DB7F9B-7EC9-4E7F-9204-C7C2F2BE10C9}" destId="{AE91C183-79C6-4050-A5C6-16D9FA346F0A}" srcOrd="11" destOrd="0" presId="urn:microsoft.com/office/officeart/2005/8/layout/chevron1"/>
    <dgm:cxn modelId="{6FCBA999-7BB3-4B2D-AE9E-48A2C20A6962}" type="presParOf" srcId="{42DB7F9B-7EC9-4E7F-9204-C7C2F2BE10C9}" destId="{F28EAC6C-4C57-4A99-AF6C-6245744704B1}" srcOrd="12" destOrd="0" presId="urn:microsoft.com/office/officeart/2005/8/layout/chevron1"/>
    <dgm:cxn modelId="{987DBA9A-0832-4E96-83D7-D6434FD76379}" type="presParOf" srcId="{42DB7F9B-7EC9-4E7F-9204-C7C2F2BE10C9}" destId="{8255AC31-D866-4721-96DD-B02012C14DD3}" srcOrd="13" destOrd="0" presId="urn:microsoft.com/office/officeart/2005/8/layout/chevron1"/>
    <dgm:cxn modelId="{6D4F6538-AD2F-429D-8293-C6637062D967}" type="presParOf" srcId="{42DB7F9B-7EC9-4E7F-9204-C7C2F2BE10C9}" destId="{0303BA62-792B-4DAA-93D1-03961A20910D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3F150-E559-4D65-A79C-9BA13AB7741C}">
      <dsp:nvSpPr>
        <dsp:cNvPr id="0" name=""/>
        <dsp:cNvSpPr/>
      </dsp:nvSpPr>
      <dsp:spPr>
        <a:xfrm>
          <a:off x="10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Recopilar requerimientos</a:t>
          </a:r>
          <a:endParaRPr lang="es-PE" sz="900" kern="1200" dirty="0"/>
        </a:p>
      </dsp:txBody>
      <dsp:txXfrm>
        <a:off x="335011" y="507105"/>
        <a:ext cx="1001911" cy="667940"/>
      </dsp:txXfrm>
    </dsp:sp>
    <dsp:sp modelId="{681F424A-F4C1-4A9E-8781-5C0E2DF13542}">
      <dsp:nvSpPr>
        <dsp:cNvPr id="0" name=""/>
        <dsp:cNvSpPr/>
      </dsp:nvSpPr>
      <dsp:spPr>
        <a:xfrm>
          <a:off x="1503908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Modelar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Describir</a:t>
          </a:r>
        </a:p>
      </dsp:txBody>
      <dsp:txXfrm>
        <a:off x="1837878" y="507105"/>
        <a:ext cx="1001911" cy="667940"/>
      </dsp:txXfrm>
    </dsp:sp>
    <dsp:sp modelId="{83DF1333-6A78-485C-A9E1-953A24E6F6DA}">
      <dsp:nvSpPr>
        <dsp:cNvPr id="0" name=""/>
        <dsp:cNvSpPr/>
      </dsp:nvSpPr>
      <dsp:spPr>
        <a:xfrm>
          <a:off x="3006774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Crear</a:t>
          </a:r>
          <a:endParaRPr lang="es-PE" sz="900" kern="1200" dirty="0"/>
        </a:p>
      </dsp:txBody>
      <dsp:txXfrm>
        <a:off x="3340744" y="507105"/>
        <a:ext cx="1001911" cy="667940"/>
      </dsp:txXfrm>
    </dsp:sp>
    <dsp:sp modelId="{4FE1025E-586B-42DF-8F79-012726F6F12C}">
      <dsp:nvSpPr>
        <dsp:cNvPr id="0" name=""/>
        <dsp:cNvSpPr/>
      </dsp:nvSpPr>
      <dsp:spPr>
        <a:xfrm>
          <a:off x="45096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Mapear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Preparar</a:t>
          </a:r>
        </a:p>
      </dsp:txBody>
      <dsp:txXfrm>
        <a:off x="4843611" y="507105"/>
        <a:ext cx="1001911" cy="667940"/>
      </dsp:txXfrm>
    </dsp:sp>
    <dsp:sp modelId="{1482404C-42F1-4F0B-A067-92B5A95074F5}">
      <dsp:nvSpPr>
        <dsp:cNvPr id="0" name=""/>
        <dsp:cNvSpPr/>
      </dsp:nvSpPr>
      <dsp:spPr>
        <a:xfrm>
          <a:off x="6012507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Mover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Transformar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Integrar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Agregar</a:t>
          </a:r>
        </a:p>
      </dsp:txBody>
      <dsp:txXfrm>
        <a:off x="6346477" y="507105"/>
        <a:ext cx="1001911" cy="667940"/>
      </dsp:txXfrm>
    </dsp:sp>
    <dsp:sp modelId="{1761151C-6525-44A6-BEE8-E70735A74FBF}">
      <dsp:nvSpPr>
        <dsp:cNvPr id="0" name=""/>
        <dsp:cNvSpPr/>
      </dsp:nvSpPr>
      <dsp:spPr>
        <a:xfrm>
          <a:off x="7515373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Compartir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Entregar</a:t>
          </a:r>
        </a:p>
      </dsp:txBody>
      <dsp:txXfrm>
        <a:off x="7849343" y="507105"/>
        <a:ext cx="1001911" cy="667940"/>
      </dsp:txXfrm>
    </dsp:sp>
    <dsp:sp modelId="{F28EAC6C-4C57-4A99-AF6C-6245744704B1}">
      <dsp:nvSpPr>
        <dsp:cNvPr id="0" name=""/>
        <dsp:cNvSpPr/>
      </dsp:nvSpPr>
      <dsp:spPr>
        <a:xfrm>
          <a:off x="9018240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Analizar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Usar</a:t>
          </a:r>
        </a:p>
      </dsp:txBody>
      <dsp:txXfrm>
        <a:off x="9352210" y="507105"/>
        <a:ext cx="1001911" cy="667940"/>
      </dsp:txXfrm>
    </dsp:sp>
    <dsp:sp modelId="{0303BA62-792B-4DAA-93D1-03961A20910D}">
      <dsp:nvSpPr>
        <dsp:cNvPr id="0" name=""/>
        <dsp:cNvSpPr/>
      </dsp:nvSpPr>
      <dsp:spPr>
        <a:xfrm>
          <a:off x="10521106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Almacenar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Archivar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Eliminar</a:t>
          </a:r>
        </a:p>
      </dsp:txBody>
      <dsp:txXfrm>
        <a:off x="10855076" y="507105"/>
        <a:ext cx="1001911" cy="6679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3F150-E559-4D65-A79C-9BA13AB7741C}">
      <dsp:nvSpPr>
        <dsp:cNvPr id="0" name=""/>
        <dsp:cNvSpPr/>
      </dsp:nvSpPr>
      <dsp:spPr>
        <a:xfrm>
          <a:off x="10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highlight>
                <a:srgbClr val="FFFF00"/>
              </a:highlight>
            </a:rPr>
            <a:t>Recopilar requerimientos</a:t>
          </a:r>
          <a:endParaRPr lang="es-PE" sz="900" b="1" kern="1200" dirty="0">
            <a:highlight>
              <a:srgbClr val="FFFF00"/>
            </a:highlight>
          </a:endParaRPr>
        </a:p>
      </dsp:txBody>
      <dsp:txXfrm>
        <a:off x="335011" y="507105"/>
        <a:ext cx="1001911" cy="667940"/>
      </dsp:txXfrm>
    </dsp:sp>
    <dsp:sp modelId="{681F424A-F4C1-4A9E-8781-5C0E2DF13542}">
      <dsp:nvSpPr>
        <dsp:cNvPr id="0" name=""/>
        <dsp:cNvSpPr/>
      </dsp:nvSpPr>
      <dsp:spPr>
        <a:xfrm>
          <a:off x="1503908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Modelar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Describir</a:t>
          </a:r>
        </a:p>
      </dsp:txBody>
      <dsp:txXfrm>
        <a:off x="1837878" y="507105"/>
        <a:ext cx="1001911" cy="667940"/>
      </dsp:txXfrm>
    </dsp:sp>
    <dsp:sp modelId="{83DF1333-6A78-485C-A9E1-953A24E6F6DA}">
      <dsp:nvSpPr>
        <dsp:cNvPr id="0" name=""/>
        <dsp:cNvSpPr/>
      </dsp:nvSpPr>
      <dsp:spPr>
        <a:xfrm>
          <a:off x="3006774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Crear</a:t>
          </a:r>
          <a:endParaRPr lang="es-PE" sz="900" kern="1200" dirty="0"/>
        </a:p>
      </dsp:txBody>
      <dsp:txXfrm>
        <a:off x="3340744" y="507105"/>
        <a:ext cx="1001911" cy="667940"/>
      </dsp:txXfrm>
    </dsp:sp>
    <dsp:sp modelId="{4FE1025E-586B-42DF-8F79-012726F6F12C}">
      <dsp:nvSpPr>
        <dsp:cNvPr id="0" name=""/>
        <dsp:cNvSpPr/>
      </dsp:nvSpPr>
      <dsp:spPr>
        <a:xfrm>
          <a:off x="45096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Mapear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Preparar</a:t>
          </a:r>
        </a:p>
      </dsp:txBody>
      <dsp:txXfrm>
        <a:off x="4843611" y="507105"/>
        <a:ext cx="1001911" cy="667940"/>
      </dsp:txXfrm>
    </dsp:sp>
    <dsp:sp modelId="{1482404C-42F1-4F0B-A067-92B5A95074F5}">
      <dsp:nvSpPr>
        <dsp:cNvPr id="0" name=""/>
        <dsp:cNvSpPr/>
      </dsp:nvSpPr>
      <dsp:spPr>
        <a:xfrm>
          <a:off x="6012507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Mover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Transformar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Integrar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Agregar</a:t>
          </a:r>
        </a:p>
      </dsp:txBody>
      <dsp:txXfrm>
        <a:off x="6346477" y="507105"/>
        <a:ext cx="1001911" cy="667940"/>
      </dsp:txXfrm>
    </dsp:sp>
    <dsp:sp modelId="{1761151C-6525-44A6-BEE8-E70735A74FBF}">
      <dsp:nvSpPr>
        <dsp:cNvPr id="0" name=""/>
        <dsp:cNvSpPr/>
      </dsp:nvSpPr>
      <dsp:spPr>
        <a:xfrm>
          <a:off x="7515373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Compartir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Entregar</a:t>
          </a:r>
        </a:p>
      </dsp:txBody>
      <dsp:txXfrm>
        <a:off x="7849343" y="507105"/>
        <a:ext cx="1001911" cy="667940"/>
      </dsp:txXfrm>
    </dsp:sp>
    <dsp:sp modelId="{F28EAC6C-4C57-4A99-AF6C-6245744704B1}">
      <dsp:nvSpPr>
        <dsp:cNvPr id="0" name=""/>
        <dsp:cNvSpPr/>
      </dsp:nvSpPr>
      <dsp:spPr>
        <a:xfrm>
          <a:off x="9018240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Analizar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Usar</a:t>
          </a:r>
        </a:p>
      </dsp:txBody>
      <dsp:txXfrm>
        <a:off x="9352210" y="507105"/>
        <a:ext cx="1001911" cy="667940"/>
      </dsp:txXfrm>
    </dsp:sp>
    <dsp:sp modelId="{0303BA62-792B-4DAA-93D1-03961A20910D}">
      <dsp:nvSpPr>
        <dsp:cNvPr id="0" name=""/>
        <dsp:cNvSpPr/>
      </dsp:nvSpPr>
      <dsp:spPr>
        <a:xfrm>
          <a:off x="10521106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Almacenar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Archivar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Eliminar</a:t>
          </a:r>
        </a:p>
      </dsp:txBody>
      <dsp:txXfrm>
        <a:off x="10855076" y="507105"/>
        <a:ext cx="1001911" cy="6679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3F150-E559-4D65-A79C-9BA13AB7741C}">
      <dsp:nvSpPr>
        <dsp:cNvPr id="0" name=""/>
        <dsp:cNvSpPr/>
      </dsp:nvSpPr>
      <dsp:spPr>
        <a:xfrm>
          <a:off x="10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Recopilar requerimientos</a:t>
          </a:r>
          <a:endParaRPr lang="es-PE" sz="900" b="0" kern="1200" dirty="0"/>
        </a:p>
      </dsp:txBody>
      <dsp:txXfrm>
        <a:off x="335011" y="507105"/>
        <a:ext cx="1001911" cy="667940"/>
      </dsp:txXfrm>
    </dsp:sp>
    <dsp:sp modelId="{681F424A-F4C1-4A9E-8781-5C0E2DF13542}">
      <dsp:nvSpPr>
        <dsp:cNvPr id="0" name=""/>
        <dsp:cNvSpPr/>
      </dsp:nvSpPr>
      <dsp:spPr>
        <a:xfrm>
          <a:off x="1503908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highlight>
                <a:srgbClr val="FFFF00"/>
              </a:highlight>
              <a:latin typeface="Calibri" panose="020F0502020204030204"/>
              <a:ea typeface="+mn-ea"/>
              <a:cs typeface="+mn-cs"/>
            </a:rPr>
            <a:t>Modelar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highlight>
                <a:srgbClr val="FFFF00"/>
              </a:highlight>
              <a:latin typeface="Calibri" panose="020F0502020204030204"/>
              <a:ea typeface="+mn-ea"/>
              <a:cs typeface="+mn-cs"/>
            </a:rPr>
            <a:t>Describir</a:t>
          </a:r>
        </a:p>
      </dsp:txBody>
      <dsp:txXfrm>
        <a:off x="1837878" y="507105"/>
        <a:ext cx="1001911" cy="667940"/>
      </dsp:txXfrm>
    </dsp:sp>
    <dsp:sp modelId="{83DF1333-6A78-485C-A9E1-953A24E6F6DA}">
      <dsp:nvSpPr>
        <dsp:cNvPr id="0" name=""/>
        <dsp:cNvSpPr/>
      </dsp:nvSpPr>
      <dsp:spPr>
        <a:xfrm>
          <a:off x="3006774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Crear</a:t>
          </a:r>
          <a:endParaRPr lang="es-PE" sz="900" kern="1200" dirty="0"/>
        </a:p>
      </dsp:txBody>
      <dsp:txXfrm>
        <a:off x="3340744" y="507105"/>
        <a:ext cx="1001911" cy="667940"/>
      </dsp:txXfrm>
    </dsp:sp>
    <dsp:sp modelId="{4FE1025E-586B-42DF-8F79-012726F6F12C}">
      <dsp:nvSpPr>
        <dsp:cNvPr id="0" name=""/>
        <dsp:cNvSpPr/>
      </dsp:nvSpPr>
      <dsp:spPr>
        <a:xfrm>
          <a:off x="45096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Mapear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Preparar</a:t>
          </a:r>
        </a:p>
      </dsp:txBody>
      <dsp:txXfrm>
        <a:off x="4843611" y="507105"/>
        <a:ext cx="1001911" cy="667940"/>
      </dsp:txXfrm>
    </dsp:sp>
    <dsp:sp modelId="{1482404C-42F1-4F0B-A067-92B5A95074F5}">
      <dsp:nvSpPr>
        <dsp:cNvPr id="0" name=""/>
        <dsp:cNvSpPr/>
      </dsp:nvSpPr>
      <dsp:spPr>
        <a:xfrm>
          <a:off x="6012507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Mover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Transformar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Integrar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Agregar</a:t>
          </a:r>
        </a:p>
      </dsp:txBody>
      <dsp:txXfrm>
        <a:off x="6346477" y="507105"/>
        <a:ext cx="1001911" cy="667940"/>
      </dsp:txXfrm>
    </dsp:sp>
    <dsp:sp modelId="{1761151C-6525-44A6-BEE8-E70735A74FBF}">
      <dsp:nvSpPr>
        <dsp:cNvPr id="0" name=""/>
        <dsp:cNvSpPr/>
      </dsp:nvSpPr>
      <dsp:spPr>
        <a:xfrm>
          <a:off x="7515373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Compartir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Entregar</a:t>
          </a:r>
        </a:p>
      </dsp:txBody>
      <dsp:txXfrm>
        <a:off x="7849343" y="507105"/>
        <a:ext cx="1001911" cy="667940"/>
      </dsp:txXfrm>
    </dsp:sp>
    <dsp:sp modelId="{F28EAC6C-4C57-4A99-AF6C-6245744704B1}">
      <dsp:nvSpPr>
        <dsp:cNvPr id="0" name=""/>
        <dsp:cNvSpPr/>
      </dsp:nvSpPr>
      <dsp:spPr>
        <a:xfrm>
          <a:off x="9018240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Analizar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Usar</a:t>
          </a:r>
        </a:p>
      </dsp:txBody>
      <dsp:txXfrm>
        <a:off x="9352210" y="507105"/>
        <a:ext cx="1001911" cy="667940"/>
      </dsp:txXfrm>
    </dsp:sp>
    <dsp:sp modelId="{0303BA62-792B-4DAA-93D1-03961A20910D}">
      <dsp:nvSpPr>
        <dsp:cNvPr id="0" name=""/>
        <dsp:cNvSpPr/>
      </dsp:nvSpPr>
      <dsp:spPr>
        <a:xfrm>
          <a:off x="10521106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Almacenar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Archivar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Eliminar</a:t>
          </a:r>
        </a:p>
      </dsp:txBody>
      <dsp:txXfrm>
        <a:off x="10855076" y="507105"/>
        <a:ext cx="1001911" cy="6679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3F150-E559-4D65-A79C-9BA13AB7741C}">
      <dsp:nvSpPr>
        <dsp:cNvPr id="0" name=""/>
        <dsp:cNvSpPr/>
      </dsp:nvSpPr>
      <dsp:spPr>
        <a:xfrm>
          <a:off x="10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Recopilar requerimientos</a:t>
          </a:r>
          <a:endParaRPr lang="es-PE" sz="900" b="0" kern="1200" dirty="0"/>
        </a:p>
      </dsp:txBody>
      <dsp:txXfrm>
        <a:off x="335011" y="507105"/>
        <a:ext cx="1001911" cy="667940"/>
      </dsp:txXfrm>
    </dsp:sp>
    <dsp:sp modelId="{681F424A-F4C1-4A9E-8781-5C0E2DF13542}">
      <dsp:nvSpPr>
        <dsp:cNvPr id="0" name=""/>
        <dsp:cNvSpPr/>
      </dsp:nvSpPr>
      <dsp:spPr>
        <a:xfrm>
          <a:off x="1503908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sp:txBody>
      <dsp:txXfrm>
        <a:off x="1837878" y="507105"/>
        <a:ext cx="1001911" cy="667940"/>
      </dsp:txXfrm>
    </dsp:sp>
    <dsp:sp modelId="{83DF1333-6A78-485C-A9E1-953A24E6F6DA}">
      <dsp:nvSpPr>
        <dsp:cNvPr id="0" name=""/>
        <dsp:cNvSpPr/>
      </dsp:nvSpPr>
      <dsp:spPr>
        <a:xfrm>
          <a:off x="3006774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highlight>
                <a:srgbClr val="FFFF00"/>
              </a:highlight>
            </a:rPr>
            <a:t>Crear</a:t>
          </a:r>
          <a:endParaRPr lang="es-PE" sz="900" b="1" kern="1200" dirty="0">
            <a:highlight>
              <a:srgbClr val="FFFF00"/>
            </a:highlight>
          </a:endParaRPr>
        </a:p>
      </dsp:txBody>
      <dsp:txXfrm>
        <a:off x="3340744" y="507105"/>
        <a:ext cx="1001911" cy="667940"/>
      </dsp:txXfrm>
    </dsp:sp>
    <dsp:sp modelId="{4FE1025E-586B-42DF-8F79-012726F6F12C}">
      <dsp:nvSpPr>
        <dsp:cNvPr id="0" name=""/>
        <dsp:cNvSpPr/>
      </dsp:nvSpPr>
      <dsp:spPr>
        <a:xfrm>
          <a:off x="45096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Mapear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Preparar</a:t>
          </a:r>
        </a:p>
      </dsp:txBody>
      <dsp:txXfrm>
        <a:off x="4843611" y="507105"/>
        <a:ext cx="1001911" cy="667940"/>
      </dsp:txXfrm>
    </dsp:sp>
    <dsp:sp modelId="{1482404C-42F1-4F0B-A067-92B5A95074F5}">
      <dsp:nvSpPr>
        <dsp:cNvPr id="0" name=""/>
        <dsp:cNvSpPr/>
      </dsp:nvSpPr>
      <dsp:spPr>
        <a:xfrm>
          <a:off x="6012507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Mover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Transformar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Integrar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Agregar</a:t>
          </a:r>
        </a:p>
      </dsp:txBody>
      <dsp:txXfrm>
        <a:off x="6346477" y="507105"/>
        <a:ext cx="1001911" cy="667940"/>
      </dsp:txXfrm>
    </dsp:sp>
    <dsp:sp modelId="{1761151C-6525-44A6-BEE8-E70735A74FBF}">
      <dsp:nvSpPr>
        <dsp:cNvPr id="0" name=""/>
        <dsp:cNvSpPr/>
      </dsp:nvSpPr>
      <dsp:spPr>
        <a:xfrm>
          <a:off x="7515373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Compartir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Entregar</a:t>
          </a:r>
        </a:p>
      </dsp:txBody>
      <dsp:txXfrm>
        <a:off x="7849343" y="507105"/>
        <a:ext cx="1001911" cy="667940"/>
      </dsp:txXfrm>
    </dsp:sp>
    <dsp:sp modelId="{F28EAC6C-4C57-4A99-AF6C-6245744704B1}">
      <dsp:nvSpPr>
        <dsp:cNvPr id="0" name=""/>
        <dsp:cNvSpPr/>
      </dsp:nvSpPr>
      <dsp:spPr>
        <a:xfrm>
          <a:off x="9018240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Analizar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Usar</a:t>
          </a:r>
        </a:p>
      </dsp:txBody>
      <dsp:txXfrm>
        <a:off x="9352210" y="507105"/>
        <a:ext cx="1001911" cy="667940"/>
      </dsp:txXfrm>
    </dsp:sp>
    <dsp:sp modelId="{0303BA62-792B-4DAA-93D1-03961A20910D}">
      <dsp:nvSpPr>
        <dsp:cNvPr id="0" name=""/>
        <dsp:cNvSpPr/>
      </dsp:nvSpPr>
      <dsp:spPr>
        <a:xfrm>
          <a:off x="10521106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Almacenar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Archivar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Eliminar</a:t>
          </a:r>
        </a:p>
      </dsp:txBody>
      <dsp:txXfrm>
        <a:off x="10855076" y="507105"/>
        <a:ext cx="1001911" cy="6679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3F150-E559-4D65-A79C-9BA13AB7741C}">
      <dsp:nvSpPr>
        <dsp:cNvPr id="0" name=""/>
        <dsp:cNvSpPr/>
      </dsp:nvSpPr>
      <dsp:spPr>
        <a:xfrm>
          <a:off x="10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Recopilar requerimientos</a:t>
          </a:r>
          <a:endParaRPr lang="es-PE" sz="900" b="0" kern="1200" dirty="0"/>
        </a:p>
      </dsp:txBody>
      <dsp:txXfrm>
        <a:off x="335011" y="507105"/>
        <a:ext cx="1001911" cy="667940"/>
      </dsp:txXfrm>
    </dsp:sp>
    <dsp:sp modelId="{681F424A-F4C1-4A9E-8781-5C0E2DF13542}">
      <dsp:nvSpPr>
        <dsp:cNvPr id="0" name=""/>
        <dsp:cNvSpPr/>
      </dsp:nvSpPr>
      <dsp:spPr>
        <a:xfrm>
          <a:off x="1503908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sp:txBody>
      <dsp:txXfrm>
        <a:off x="1837878" y="507105"/>
        <a:ext cx="1001911" cy="667940"/>
      </dsp:txXfrm>
    </dsp:sp>
    <dsp:sp modelId="{83DF1333-6A78-485C-A9E1-953A24E6F6DA}">
      <dsp:nvSpPr>
        <dsp:cNvPr id="0" name=""/>
        <dsp:cNvSpPr/>
      </dsp:nvSpPr>
      <dsp:spPr>
        <a:xfrm>
          <a:off x="3006774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Crear</a:t>
          </a:r>
          <a:endParaRPr lang="es-PE" sz="900" b="0" kern="1200" dirty="0"/>
        </a:p>
      </dsp:txBody>
      <dsp:txXfrm>
        <a:off x="3340744" y="507105"/>
        <a:ext cx="1001911" cy="667940"/>
      </dsp:txXfrm>
    </dsp:sp>
    <dsp:sp modelId="{4FE1025E-586B-42DF-8F79-012726F6F12C}">
      <dsp:nvSpPr>
        <dsp:cNvPr id="0" name=""/>
        <dsp:cNvSpPr/>
      </dsp:nvSpPr>
      <dsp:spPr>
        <a:xfrm>
          <a:off x="45096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highlight>
                <a:srgbClr val="FFFF00"/>
              </a:highlight>
            </a:rPr>
            <a:t>Mapear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Preparar</a:t>
          </a:r>
        </a:p>
      </dsp:txBody>
      <dsp:txXfrm>
        <a:off x="4843611" y="507105"/>
        <a:ext cx="1001911" cy="667940"/>
      </dsp:txXfrm>
    </dsp:sp>
    <dsp:sp modelId="{1482404C-42F1-4F0B-A067-92B5A95074F5}">
      <dsp:nvSpPr>
        <dsp:cNvPr id="0" name=""/>
        <dsp:cNvSpPr/>
      </dsp:nvSpPr>
      <dsp:spPr>
        <a:xfrm>
          <a:off x="6012507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Mover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Transformar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Integrar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Agregar</a:t>
          </a:r>
        </a:p>
      </dsp:txBody>
      <dsp:txXfrm>
        <a:off x="6346477" y="507105"/>
        <a:ext cx="1001911" cy="667940"/>
      </dsp:txXfrm>
    </dsp:sp>
    <dsp:sp modelId="{1761151C-6525-44A6-BEE8-E70735A74FBF}">
      <dsp:nvSpPr>
        <dsp:cNvPr id="0" name=""/>
        <dsp:cNvSpPr/>
      </dsp:nvSpPr>
      <dsp:spPr>
        <a:xfrm>
          <a:off x="7515373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Compartir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Entregar</a:t>
          </a:r>
        </a:p>
      </dsp:txBody>
      <dsp:txXfrm>
        <a:off x="7849343" y="507105"/>
        <a:ext cx="1001911" cy="667940"/>
      </dsp:txXfrm>
    </dsp:sp>
    <dsp:sp modelId="{F28EAC6C-4C57-4A99-AF6C-6245744704B1}">
      <dsp:nvSpPr>
        <dsp:cNvPr id="0" name=""/>
        <dsp:cNvSpPr/>
      </dsp:nvSpPr>
      <dsp:spPr>
        <a:xfrm>
          <a:off x="9018240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Analizar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Usar</a:t>
          </a:r>
        </a:p>
      </dsp:txBody>
      <dsp:txXfrm>
        <a:off x="9352210" y="507105"/>
        <a:ext cx="1001911" cy="667940"/>
      </dsp:txXfrm>
    </dsp:sp>
    <dsp:sp modelId="{0303BA62-792B-4DAA-93D1-03961A20910D}">
      <dsp:nvSpPr>
        <dsp:cNvPr id="0" name=""/>
        <dsp:cNvSpPr/>
      </dsp:nvSpPr>
      <dsp:spPr>
        <a:xfrm>
          <a:off x="10521106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Almacenar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Archivar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Eliminar</a:t>
          </a:r>
        </a:p>
      </dsp:txBody>
      <dsp:txXfrm>
        <a:off x="10855076" y="507105"/>
        <a:ext cx="1001911" cy="6679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3F150-E559-4D65-A79C-9BA13AB7741C}">
      <dsp:nvSpPr>
        <dsp:cNvPr id="0" name=""/>
        <dsp:cNvSpPr/>
      </dsp:nvSpPr>
      <dsp:spPr>
        <a:xfrm>
          <a:off x="10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Recopilar requerimientos</a:t>
          </a:r>
          <a:endParaRPr lang="es-PE" sz="900" b="0" kern="1200" dirty="0"/>
        </a:p>
      </dsp:txBody>
      <dsp:txXfrm>
        <a:off x="335011" y="507105"/>
        <a:ext cx="1001911" cy="667940"/>
      </dsp:txXfrm>
    </dsp:sp>
    <dsp:sp modelId="{681F424A-F4C1-4A9E-8781-5C0E2DF13542}">
      <dsp:nvSpPr>
        <dsp:cNvPr id="0" name=""/>
        <dsp:cNvSpPr/>
      </dsp:nvSpPr>
      <dsp:spPr>
        <a:xfrm>
          <a:off x="1503908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sp:txBody>
      <dsp:txXfrm>
        <a:off x="1837878" y="507105"/>
        <a:ext cx="1001911" cy="667940"/>
      </dsp:txXfrm>
    </dsp:sp>
    <dsp:sp modelId="{83DF1333-6A78-485C-A9E1-953A24E6F6DA}">
      <dsp:nvSpPr>
        <dsp:cNvPr id="0" name=""/>
        <dsp:cNvSpPr/>
      </dsp:nvSpPr>
      <dsp:spPr>
        <a:xfrm>
          <a:off x="3006774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Crear</a:t>
          </a:r>
          <a:endParaRPr lang="es-PE" sz="900" b="0" kern="1200" dirty="0"/>
        </a:p>
      </dsp:txBody>
      <dsp:txXfrm>
        <a:off x="3340744" y="507105"/>
        <a:ext cx="1001911" cy="667940"/>
      </dsp:txXfrm>
    </dsp:sp>
    <dsp:sp modelId="{4FE1025E-586B-42DF-8F79-012726F6F12C}">
      <dsp:nvSpPr>
        <dsp:cNvPr id="0" name=""/>
        <dsp:cNvSpPr/>
      </dsp:nvSpPr>
      <dsp:spPr>
        <a:xfrm>
          <a:off x="45096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Mapear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Preparar</a:t>
          </a:r>
        </a:p>
      </dsp:txBody>
      <dsp:txXfrm>
        <a:off x="4843611" y="507105"/>
        <a:ext cx="1001911" cy="667940"/>
      </dsp:txXfrm>
    </dsp:sp>
    <dsp:sp modelId="{1482404C-42F1-4F0B-A067-92B5A95074F5}">
      <dsp:nvSpPr>
        <dsp:cNvPr id="0" name=""/>
        <dsp:cNvSpPr/>
      </dsp:nvSpPr>
      <dsp:spPr>
        <a:xfrm>
          <a:off x="6012507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highlight>
                <a:srgbClr val="FFFF00"/>
              </a:highlight>
            </a:rPr>
            <a:t>Mover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Transformar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Integrar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Agregar</a:t>
          </a:r>
        </a:p>
      </dsp:txBody>
      <dsp:txXfrm>
        <a:off x="6346477" y="507105"/>
        <a:ext cx="1001911" cy="667940"/>
      </dsp:txXfrm>
    </dsp:sp>
    <dsp:sp modelId="{1761151C-6525-44A6-BEE8-E70735A74FBF}">
      <dsp:nvSpPr>
        <dsp:cNvPr id="0" name=""/>
        <dsp:cNvSpPr/>
      </dsp:nvSpPr>
      <dsp:spPr>
        <a:xfrm>
          <a:off x="7515373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Compartir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Entregar</a:t>
          </a:r>
        </a:p>
      </dsp:txBody>
      <dsp:txXfrm>
        <a:off x="7849343" y="507105"/>
        <a:ext cx="1001911" cy="667940"/>
      </dsp:txXfrm>
    </dsp:sp>
    <dsp:sp modelId="{F28EAC6C-4C57-4A99-AF6C-6245744704B1}">
      <dsp:nvSpPr>
        <dsp:cNvPr id="0" name=""/>
        <dsp:cNvSpPr/>
      </dsp:nvSpPr>
      <dsp:spPr>
        <a:xfrm>
          <a:off x="9018240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Analizar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Usar</a:t>
          </a:r>
        </a:p>
      </dsp:txBody>
      <dsp:txXfrm>
        <a:off x="9352210" y="507105"/>
        <a:ext cx="1001911" cy="667940"/>
      </dsp:txXfrm>
    </dsp:sp>
    <dsp:sp modelId="{0303BA62-792B-4DAA-93D1-03961A20910D}">
      <dsp:nvSpPr>
        <dsp:cNvPr id="0" name=""/>
        <dsp:cNvSpPr/>
      </dsp:nvSpPr>
      <dsp:spPr>
        <a:xfrm>
          <a:off x="10521106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Almacenar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Archivar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Eliminar</a:t>
          </a:r>
        </a:p>
      </dsp:txBody>
      <dsp:txXfrm>
        <a:off x="10855076" y="507105"/>
        <a:ext cx="1001911" cy="6679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3F150-E559-4D65-A79C-9BA13AB7741C}">
      <dsp:nvSpPr>
        <dsp:cNvPr id="0" name=""/>
        <dsp:cNvSpPr/>
      </dsp:nvSpPr>
      <dsp:spPr>
        <a:xfrm>
          <a:off x="10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Recopilar requerimientos</a:t>
          </a:r>
          <a:endParaRPr lang="es-PE" sz="900" b="0" kern="1200" dirty="0"/>
        </a:p>
      </dsp:txBody>
      <dsp:txXfrm>
        <a:off x="335011" y="507105"/>
        <a:ext cx="1001911" cy="667940"/>
      </dsp:txXfrm>
    </dsp:sp>
    <dsp:sp modelId="{681F424A-F4C1-4A9E-8781-5C0E2DF13542}">
      <dsp:nvSpPr>
        <dsp:cNvPr id="0" name=""/>
        <dsp:cNvSpPr/>
      </dsp:nvSpPr>
      <dsp:spPr>
        <a:xfrm>
          <a:off x="1503908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sp:txBody>
      <dsp:txXfrm>
        <a:off x="1837878" y="507105"/>
        <a:ext cx="1001911" cy="667940"/>
      </dsp:txXfrm>
    </dsp:sp>
    <dsp:sp modelId="{83DF1333-6A78-485C-A9E1-953A24E6F6DA}">
      <dsp:nvSpPr>
        <dsp:cNvPr id="0" name=""/>
        <dsp:cNvSpPr/>
      </dsp:nvSpPr>
      <dsp:spPr>
        <a:xfrm>
          <a:off x="3006774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Crear</a:t>
          </a:r>
          <a:endParaRPr lang="es-PE" sz="900" b="0" kern="1200" dirty="0"/>
        </a:p>
      </dsp:txBody>
      <dsp:txXfrm>
        <a:off x="3340744" y="507105"/>
        <a:ext cx="1001911" cy="667940"/>
      </dsp:txXfrm>
    </dsp:sp>
    <dsp:sp modelId="{4FE1025E-586B-42DF-8F79-012726F6F12C}">
      <dsp:nvSpPr>
        <dsp:cNvPr id="0" name=""/>
        <dsp:cNvSpPr/>
      </dsp:nvSpPr>
      <dsp:spPr>
        <a:xfrm>
          <a:off x="45096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Mapear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Preparar</a:t>
          </a:r>
        </a:p>
      </dsp:txBody>
      <dsp:txXfrm>
        <a:off x="4843611" y="507105"/>
        <a:ext cx="1001911" cy="667940"/>
      </dsp:txXfrm>
    </dsp:sp>
    <dsp:sp modelId="{1482404C-42F1-4F0B-A067-92B5A95074F5}">
      <dsp:nvSpPr>
        <dsp:cNvPr id="0" name=""/>
        <dsp:cNvSpPr/>
      </dsp:nvSpPr>
      <dsp:spPr>
        <a:xfrm>
          <a:off x="6012507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Mover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Transformar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Integrar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Agregar</a:t>
          </a:r>
        </a:p>
      </dsp:txBody>
      <dsp:txXfrm>
        <a:off x="6346477" y="507105"/>
        <a:ext cx="1001911" cy="667940"/>
      </dsp:txXfrm>
    </dsp:sp>
    <dsp:sp modelId="{1761151C-6525-44A6-BEE8-E70735A74FBF}">
      <dsp:nvSpPr>
        <dsp:cNvPr id="0" name=""/>
        <dsp:cNvSpPr/>
      </dsp:nvSpPr>
      <dsp:spPr>
        <a:xfrm>
          <a:off x="7515373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highlight>
                <a:srgbClr val="FFFF00"/>
              </a:highlight>
            </a:rPr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Compartir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Entregar</a:t>
          </a:r>
        </a:p>
      </dsp:txBody>
      <dsp:txXfrm>
        <a:off x="7849343" y="507105"/>
        <a:ext cx="1001911" cy="667940"/>
      </dsp:txXfrm>
    </dsp:sp>
    <dsp:sp modelId="{F28EAC6C-4C57-4A99-AF6C-6245744704B1}">
      <dsp:nvSpPr>
        <dsp:cNvPr id="0" name=""/>
        <dsp:cNvSpPr/>
      </dsp:nvSpPr>
      <dsp:spPr>
        <a:xfrm>
          <a:off x="9018240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Analizar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Usar</a:t>
          </a:r>
        </a:p>
      </dsp:txBody>
      <dsp:txXfrm>
        <a:off x="9352210" y="507105"/>
        <a:ext cx="1001911" cy="667940"/>
      </dsp:txXfrm>
    </dsp:sp>
    <dsp:sp modelId="{0303BA62-792B-4DAA-93D1-03961A20910D}">
      <dsp:nvSpPr>
        <dsp:cNvPr id="0" name=""/>
        <dsp:cNvSpPr/>
      </dsp:nvSpPr>
      <dsp:spPr>
        <a:xfrm>
          <a:off x="10521106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Almacenar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Archivar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Eliminar</a:t>
          </a:r>
        </a:p>
      </dsp:txBody>
      <dsp:txXfrm>
        <a:off x="10855076" y="507105"/>
        <a:ext cx="1001911" cy="6679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3F150-E559-4D65-A79C-9BA13AB7741C}">
      <dsp:nvSpPr>
        <dsp:cNvPr id="0" name=""/>
        <dsp:cNvSpPr/>
      </dsp:nvSpPr>
      <dsp:spPr>
        <a:xfrm>
          <a:off x="10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Recopilar requerimientos</a:t>
          </a:r>
          <a:endParaRPr lang="es-PE" sz="900" b="0" kern="1200" dirty="0"/>
        </a:p>
      </dsp:txBody>
      <dsp:txXfrm>
        <a:off x="335011" y="507105"/>
        <a:ext cx="1001911" cy="667940"/>
      </dsp:txXfrm>
    </dsp:sp>
    <dsp:sp modelId="{681F424A-F4C1-4A9E-8781-5C0E2DF13542}">
      <dsp:nvSpPr>
        <dsp:cNvPr id="0" name=""/>
        <dsp:cNvSpPr/>
      </dsp:nvSpPr>
      <dsp:spPr>
        <a:xfrm>
          <a:off x="1503908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sp:txBody>
      <dsp:txXfrm>
        <a:off x="1837878" y="507105"/>
        <a:ext cx="1001911" cy="667940"/>
      </dsp:txXfrm>
    </dsp:sp>
    <dsp:sp modelId="{83DF1333-6A78-485C-A9E1-953A24E6F6DA}">
      <dsp:nvSpPr>
        <dsp:cNvPr id="0" name=""/>
        <dsp:cNvSpPr/>
      </dsp:nvSpPr>
      <dsp:spPr>
        <a:xfrm>
          <a:off x="3006774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Crear</a:t>
          </a:r>
          <a:endParaRPr lang="es-PE" sz="900" b="0" kern="1200" dirty="0"/>
        </a:p>
      </dsp:txBody>
      <dsp:txXfrm>
        <a:off x="3340744" y="507105"/>
        <a:ext cx="1001911" cy="667940"/>
      </dsp:txXfrm>
    </dsp:sp>
    <dsp:sp modelId="{4FE1025E-586B-42DF-8F79-012726F6F12C}">
      <dsp:nvSpPr>
        <dsp:cNvPr id="0" name=""/>
        <dsp:cNvSpPr/>
      </dsp:nvSpPr>
      <dsp:spPr>
        <a:xfrm>
          <a:off x="45096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Mapear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Preparar</a:t>
          </a:r>
        </a:p>
      </dsp:txBody>
      <dsp:txXfrm>
        <a:off x="4843611" y="507105"/>
        <a:ext cx="1001911" cy="667940"/>
      </dsp:txXfrm>
    </dsp:sp>
    <dsp:sp modelId="{1482404C-42F1-4F0B-A067-92B5A95074F5}">
      <dsp:nvSpPr>
        <dsp:cNvPr id="0" name=""/>
        <dsp:cNvSpPr/>
      </dsp:nvSpPr>
      <dsp:spPr>
        <a:xfrm>
          <a:off x="6012507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Mover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Transformar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Integrar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Agregar</a:t>
          </a:r>
        </a:p>
      </dsp:txBody>
      <dsp:txXfrm>
        <a:off x="6346477" y="507105"/>
        <a:ext cx="1001911" cy="667940"/>
      </dsp:txXfrm>
    </dsp:sp>
    <dsp:sp modelId="{1761151C-6525-44A6-BEE8-E70735A74FBF}">
      <dsp:nvSpPr>
        <dsp:cNvPr id="0" name=""/>
        <dsp:cNvSpPr/>
      </dsp:nvSpPr>
      <dsp:spPr>
        <a:xfrm>
          <a:off x="7515373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Compartir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Entregar</a:t>
          </a:r>
        </a:p>
      </dsp:txBody>
      <dsp:txXfrm>
        <a:off x="7849343" y="507105"/>
        <a:ext cx="1001911" cy="667940"/>
      </dsp:txXfrm>
    </dsp:sp>
    <dsp:sp modelId="{F28EAC6C-4C57-4A99-AF6C-6245744704B1}">
      <dsp:nvSpPr>
        <dsp:cNvPr id="0" name=""/>
        <dsp:cNvSpPr/>
      </dsp:nvSpPr>
      <dsp:spPr>
        <a:xfrm>
          <a:off x="9018240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highlight>
                <a:srgbClr val="FFFF00"/>
              </a:highlight>
            </a:rPr>
            <a:t>Analizar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Usar</a:t>
          </a:r>
        </a:p>
      </dsp:txBody>
      <dsp:txXfrm>
        <a:off x="9352210" y="507105"/>
        <a:ext cx="1001911" cy="667940"/>
      </dsp:txXfrm>
    </dsp:sp>
    <dsp:sp modelId="{0303BA62-792B-4DAA-93D1-03961A20910D}">
      <dsp:nvSpPr>
        <dsp:cNvPr id="0" name=""/>
        <dsp:cNvSpPr/>
      </dsp:nvSpPr>
      <dsp:spPr>
        <a:xfrm>
          <a:off x="10521106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Almacenar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Archivar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Eliminar</a:t>
          </a:r>
        </a:p>
      </dsp:txBody>
      <dsp:txXfrm>
        <a:off x="10855076" y="507105"/>
        <a:ext cx="1001911" cy="6679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3F150-E559-4D65-A79C-9BA13AB7741C}">
      <dsp:nvSpPr>
        <dsp:cNvPr id="0" name=""/>
        <dsp:cNvSpPr/>
      </dsp:nvSpPr>
      <dsp:spPr>
        <a:xfrm>
          <a:off x="10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Recopilar requerimientos</a:t>
          </a:r>
          <a:endParaRPr lang="es-PE" sz="900" b="0" kern="1200" dirty="0"/>
        </a:p>
      </dsp:txBody>
      <dsp:txXfrm>
        <a:off x="335011" y="507105"/>
        <a:ext cx="1001911" cy="667940"/>
      </dsp:txXfrm>
    </dsp:sp>
    <dsp:sp modelId="{681F424A-F4C1-4A9E-8781-5C0E2DF13542}">
      <dsp:nvSpPr>
        <dsp:cNvPr id="0" name=""/>
        <dsp:cNvSpPr/>
      </dsp:nvSpPr>
      <dsp:spPr>
        <a:xfrm>
          <a:off x="1503908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sp:txBody>
      <dsp:txXfrm>
        <a:off x="1837878" y="507105"/>
        <a:ext cx="1001911" cy="667940"/>
      </dsp:txXfrm>
    </dsp:sp>
    <dsp:sp modelId="{83DF1333-6A78-485C-A9E1-953A24E6F6DA}">
      <dsp:nvSpPr>
        <dsp:cNvPr id="0" name=""/>
        <dsp:cNvSpPr/>
      </dsp:nvSpPr>
      <dsp:spPr>
        <a:xfrm>
          <a:off x="3006774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Crear</a:t>
          </a:r>
          <a:endParaRPr lang="es-PE" sz="900" b="0" kern="1200" dirty="0"/>
        </a:p>
      </dsp:txBody>
      <dsp:txXfrm>
        <a:off x="3340744" y="507105"/>
        <a:ext cx="1001911" cy="667940"/>
      </dsp:txXfrm>
    </dsp:sp>
    <dsp:sp modelId="{4FE1025E-586B-42DF-8F79-012726F6F12C}">
      <dsp:nvSpPr>
        <dsp:cNvPr id="0" name=""/>
        <dsp:cNvSpPr/>
      </dsp:nvSpPr>
      <dsp:spPr>
        <a:xfrm>
          <a:off x="45096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Mapear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Preparar</a:t>
          </a:r>
        </a:p>
      </dsp:txBody>
      <dsp:txXfrm>
        <a:off x="4843611" y="507105"/>
        <a:ext cx="1001911" cy="667940"/>
      </dsp:txXfrm>
    </dsp:sp>
    <dsp:sp modelId="{1482404C-42F1-4F0B-A067-92B5A95074F5}">
      <dsp:nvSpPr>
        <dsp:cNvPr id="0" name=""/>
        <dsp:cNvSpPr/>
      </dsp:nvSpPr>
      <dsp:spPr>
        <a:xfrm>
          <a:off x="6012507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Mover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Transformar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Integrar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Agregar</a:t>
          </a:r>
        </a:p>
      </dsp:txBody>
      <dsp:txXfrm>
        <a:off x="6346477" y="507105"/>
        <a:ext cx="1001911" cy="667940"/>
      </dsp:txXfrm>
    </dsp:sp>
    <dsp:sp modelId="{1761151C-6525-44A6-BEE8-E70735A74FBF}">
      <dsp:nvSpPr>
        <dsp:cNvPr id="0" name=""/>
        <dsp:cNvSpPr/>
      </dsp:nvSpPr>
      <dsp:spPr>
        <a:xfrm>
          <a:off x="7515373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Compartir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Entregar</a:t>
          </a:r>
        </a:p>
      </dsp:txBody>
      <dsp:txXfrm>
        <a:off x="7849343" y="507105"/>
        <a:ext cx="1001911" cy="667940"/>
      </dsp:txXfrm>
    </dsp:sp>
    <dsp:sp modelId="{F28EAC6C-4C57-4A99-AF6C-6245744704B1}">
      <dsp:nvSpPr>
        <dsp:cNvPr id="0" name=""/>
        <dsp:cNvSpPr/>
      </dsp:nvSpPr>
      <dsp:spPr>
        <a:xfrm>
          <a:off x="9018240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Analizar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Usar</a:t>
          </a:r>
        </a:p>
      </dsp:txBody>
      <dsp:txXfrm>
        <a:off x="9352210" y="507105"/>
        <a:ext cx="1001911" cy="667940"/>
      </dsp:txXfrm>
    </dsp:sp>
    <dsp:sp modelId="{0303BA62-792B-4DAA-93D1-03961A20910D}">
      <dsp:nvSpPr>
        <dsp:cNvPr id="0" name=""/>
        <dsp:cNvSpPr/>
      </dsp:nvSpPr>
      <dsp:spPr>
        <a:xfrm>
          <a:off x="10521106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highlight>
                <a:srgbClr val="FFFF00"/>
              </a:highlight>
            </a:rPr>
            <a:t>Almacenar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Archivar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Eliminar</a:t>
          </a:r>
        </a:p>
      </dsp:txBody>
      <dsp:txXfrm>
        <a:off x="10855076" y="507105"/>
        <a:ext cx="1001911" cy="66794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3F150-E559-4D65-A79C-9BA13AB7741C}">
      <dsp:nvSpPr>
        <dsp:cNvPr id="0" name=""/>
        <dsp:cNvSpPr/>
      </dsp:nvSpPr>
      <dsp:spPr>
        <a:xfrm>
          <a:off x="10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highlight>
                <a:srgbClr val="FFFF00"/>
              </a:highlight>
            </a:rPr>
            <a:t>Recopilar requerimientos</a:t>
          </a:r>
          <a:endParaRPr lang="es-PE" sz="900" b="1" kern="1200" dirty="0">
            <a:highlight>
              <a:srgbClr val="FFFF00"/>
            </a:highlight>
          </a:endParaRPr>
        </a:p>
      </dsp:txBody>
      <dsp:txXfrm>
        <a:off x="335011" y="507105"/>
        <a:ext cx="1001911" cy="667940"/>
      </dsp:txXfrm>
    </dsp:sp>
    <dsp:sp modelId="{681F424A-F4C1-4A9E-8781-5C0E2DF13542}">
      <dsp:nvSpPr>
        <dsp:cNvPr id="0" name=""/>
        <dsp:cNvSpPr/>
      </dsp:nvSpPr>
      <dsp:spPr>
        <a:xfrm>
          <a:off x="1503908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Modelar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Describir</a:t>
          </a:r>
        </a:p>
      </dsp:txBody>
      <dsp:txXfrm>
        <a:off x="1837878" y="507105"/>
        <a:ext cx="1001911" cy="667940"/>
      </dsp:txXfrm>
    </dsp:sp>
    <dsp:sp modelId="{83DF1333-6A78-485C-A9E1-953A24E6F6DA}">
      <dsp:nvSpPr>
        <dsp:cNvPr id="0" name=""/>
        <dsp:cNvSpPr/>
      </dsp:nvSpPr>
      <dsp:spPr>
        <a:xfrm>
          <a:off x="3006774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Crear</a:t>
          </a:r>
          <a:endParaRPr lang="es-PE" sz="900" kern="1200" dirty="0"/>
        </a:p>
      </dsp:txBody>
      <dsp:txXfrm>
        <a:off x="3340744" y="507105"/>
        <a:ext cx="1001911" cy="667940"/>
      </dsp:txXfrm>
    </dsp:sp>
    <dsp:sp modelId="{4FE1025E-586B-42DF-8F79-012726F6F12C}">
      <dsp:nvSpPr>
        <dsp:cNvPr id="0" name=""/>
        <dsp:cNvSpPr/>
      </dsp:nvSpPr>
      <dsp:spPr>
        <a:xfrm>
          <a:off x="45096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Mapear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Preparar</a:t>
          </a:r>
        </a:p>
      </dsp:txBody>
      <dsp:txXfrm>
        <a:off x="4843611" y="507105"/>
        <a:ext cx="1001911" cy="667940"/>
      </dsp:txXfrm>
    </dsp:sp>
    <dsp:sp modelId="{1482404C-42F1-4F0B-A067-92B5A95074F5}">
      <dsp:nvSpPr>
        <dsp:cNvPr id="0" name=""/>
        <dsp:cNvSpPr/>
      </dsp:nvSpPr>
      <dsp:spPr>
        <a:xfrm>
          <a:off x="6012507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Mover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Transformar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Integrar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Agregar</a:t>
          </a:r>
        </a:p>
      </dsp:txBody>
      <dsp:txXfrm>
        <a:off x="6346477" y="507105"/>
        <a:ext cx="1001911" cy="667940"/>
      </dsp:txXfrm>
    </dsp:sp>
    <dsp:sp modelId="{1761151C-6525-44A6-BEE8-E70735A74FBF}">
      <dsp:nvSpPr>
        <dsp:cNvPr id="0" name=""/>
        <dsp:cNvSpPr/>
      </dsp:nvSpPr>
      <dsp:spPr>
        <a:xfrm>
          <a:off x="7515373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Compartir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Entregar</a:t>
          </a:r>
        </a:p>
      </dsp:txBody>
      <dsp:txXfrm>
        <a:off x="7849343" y="507105"/>
        <a:ext cx="1001911" cy="667940"/>
      </dsp:txXfrm>
    </dsp:sp>
    <dsp:sp modelId="{F28EAC6C-4C57-4A99-AF6C-6245744704B1}">
      <dsp:nvSpPr>
        <dsp:cNvPr id="0" name=""/>
        <dsp:cNvSpPr/>
      </dsp:nvSpPr>
      <dsp:spPr>
        <a:xfrm>
          <a:off x="9018240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Analizar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Usar</a:t>
          </a:r>
        </a:p>
      </dsp:txBody>
      <dsp:txXfrm>
        <a:off x="9352210" y="507105"/>
        <a:ext cx="1001911" cy="667940"/>
      </dsp:txXfrm>
    </dsp:sp>
    <dsp:sp modelId="{0303BA62-792B-4DAA-93D1-03961A20910D}">
      <dsp:nvSpPr>
        <dsp:cNvPr id="0" name=""/>
        <dsp:cNvSpPr/>
      </dsp:nvSpPr>
      <dsp:spPr>
        <a:xfrm>
          <a:off x="10521106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Almacenar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Archivar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Eliminar</a:t>
          </a:r>
        </a:p>
      </dsp:txBody>
      <dsp:txXfrm>
        <a:off x="10855076" y="507105"/>
        <a:ext cx="1001911" cy="66794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3F150-E559-4D65-A79C-9BA13AB7741C}">
      <dsp:nvSpPr>
        <dsp:cNvPr id="0" name=""/>
        <dsp:cNvSpPr/>
      </dsp:nvSpPr>
      <dsp:spPr>
        <a:xfrm>
          <a:off x="10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Recopilar requerimientos</a:t>
          </a:r>
          <a:endParaRPr lang="es-PE" sz="900" b="0" kern="1200" dirty="0"/>
        </a:p>
      </dsp:txBody>
      <dsp:txXfrm>
        <a:off x="335011" y="507105"/>
        <a:ext cx="1001911" cy="667940"/>
      </dsp:txXfrm>
    </dsp:sp>
    <dsp:sp modelId="{681F424A-F4C1-4A9E-8781-5C0E2DF13542}">
      <dsp:nvSpPr>
        <dsp:cNvPr id="0" name=""/>
        <dsp:cNvSpPr/>
      </dsp:nvSpPr>
      <dsp:spPr>
        <a:xfrm>
          <a:off x="1503908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highlight>
                <a:srgbClr val="FFFF00"/>
              </a:highlight>
              <a:latin typeface="Calibri" panose="020F0502020204030204"/>
              <a:ea typeface="+mn-ea"/>
              <a:cs typeface="+mn-cs"/>
            </a:rPr>
            <a:t>Modelar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highlight>
                <a:srgbClr val="FFFF00"/>
              </a:highlight>
              <a:latin typeface="Calibri" panose="020F0502020204030204"/>
              <a:ea typeface="+mn-ea"/>
              <a:cs typeface="+mn-cs"/>
            </a:rPr>
            <a:t>Describir</a:t>
          </a:r>
        </a:p>
      </dsp:txBody>
      <dsp:txXfrm>
        <a:off x="1837878" y="507105"/>
        <a:ext cx="1001911" cy="667940"/>
      </dsp:txXfrm>
    </dsp:sp>
    <dsp:sp modelId="{83DF1333-6A78-485C-A9E1-953A24E6F6DA}">
      <dsp:nvSpPr>
        <dsp:cNvPr id="0" name=""/>
        <dsp:cNvSpPr/>
      </dsp:nvSpPr>
      <dsp:spPr>
        <a:xfrm>
          <a:off x="3006774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Crear</a:t>
          </a:r>
          <a:endParaRPr lang="es-PE" sz="900" kern="1200" dirty="0"/>
        </a:p>
      </dsp:txBody>
      <dsp:txXfrm>
        <a:off x="3340744" y="507105"/>
        <a:ext cx="1001911" cy="667940"/>
      </dsp:txXfrm>
    </dsp:sp>
    <dsp:sp modelId="{4FE1025E-586B-42DF-8F79-012726F6F12C}">
      <dsp:nvSpPr>
        <dsp:cNvPr id="0" name=""/>
        <dsp:cNvSpPr/>
      </dsp:nvSpPr>
      <dsp:spPr>
        <a:xfrm>
          <a:off x="45096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Mapear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Preparar</a:t>
          </a:r>
        </a:p>
      </dsp:txBody>
      <dsp:txXfrm>
        <a:off x="4843611" y="507105"/>
        <a:ext cx="1001911" cy="667940"/>
      </dsp:txXfrm>
    </dsp:sp>
    <dsp:sp modelId="{1482404C-42F1-4F0B-A067-92B5A95074F5}">
      <dsp:nvSpPr>
        <dsp:cNvPr id="0" name=""/>
        <dsp:cNvSpPr/>
      </dsp:nvSpPr>
      <dsp:spPr>
        <a:xfrm>
          <a:off x="6012507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Mover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Transformar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Integrar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Agregar</a:t>
          </a:r>
        </a:p>
      </dsp:txBody>
      <dsp:txXfrm>
        <a:off x="6346477" y="507105"/>
        <a:ext cx="1001911" cy="667940"/>
      </dsp:txXfrm>
    </dsp:sp>
    <dsp:sp modelId="{1761151C-6525-44A6-BEE8-E70735A74FBF}">
      <dsp:nvSpPr>
        <dsp:cNvPr id="0" name=""/>
        <dsp:cNvSpPr/>
      </dsp:nvSpPr>
      <dsp:spPr>
        <a:xfrm>
          <a:off x="7515373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Compartir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Entregar</a:t>
          </a:r>
        </a:p>
      </dsp:txBody>
      <dsp:txXfrm>
        <a:off x="7849343" y="507105"/>
        <a:ext cx="1001911" cy="667940"/>
      </dsp:txXfrm>
    </dsp:sp>
    <dsp:sp modelId="{F28EAC6C-4C57-4A99-AF6C-6245744704B1}">
      <dsp:nvSpPr>
        <dsp:cNvPr id="0" name=""/>
        <dsp:cNvSpPr/>
      </dsp:nvSpPr>
      <dsp:spPr>
        <a:xfrm>
          <a:off x="9018240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Analizar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Usar</a:t>
          </a:r>
        </a:p>
      </dsp:txBody>
      <dsp:txXfrm>
        <a:off x="9352210" y="507105"/>
        <a:ext cx="1001911" cy="667940"/>
      </dsp:txXfrm>
    </dsp:sp>
    <dsp:sp modelId="{0303BA62-792B-4DAA-93D1-03961A20910D}">
      <dsp:nvSpPr>
        <dsp:cNvPr id="0" name=""/>
        <dsp:cNvSpPr/>
      </dsp:nvSpPr>
      <dsp:spPr>
        <a:xfrm>
          <a:off x="10521106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Almacenar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Archivar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Eliminar</a:t>
          </a:r>
        </a:p>
      </dsp:txBody>
      <dsp:txXfrm>
        <a:off x="10855076" y="507105"/>
        <a:ext cx="1001911" cy="66794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3F150-E559-4D65-A79C-9BA13AB7741C}">
      <dsp:nvSpPr>
        <dsp:cNvPr id="0" name=""/>
        <dsp:cNvSpPr/>
      </dsp:nvSpPr>
      <dsp:spPr>
        <a:xfrm>
          <a:off x="10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Recopilar requerimientos</a:t>
          </a:r>
          <a:endParaRPr lang="es-PE" sz="900" b="0" kern="1200" dirty="0"/>
        </a:p>
      </dsp:txBody>
      <dsp:txXfrm>
        <a:off x="335011" y="507105"/>
        <a:ext cx="1001911" cy="667940"/>
      </dsp:txXfrm>
    </dsp:sp>
    <dsp:sp modelId="{681F424A-F4C1-4A9E-8781-5C0E2DF13542}">
      <dsp:nvSpPr>
        <dsp:cNvPr id="0" name=""/>
        <dsp:cNvSpPr/>
      </dsp:nvSpPr>
      <dsp:spPr>
        <a:xfrm>
          <a:off x="1503908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sp:txBody>
      <dsp:txXfrm>
        <a:off x="1837878" y="507105"/>
        <a:ext cx="1001911" cy="667940"/>
      </dsp:txXfrm>
    </dsp:sp>
    <dsp:sp modelId="{83DF1333-6A78-485C-A9E1-953A24E6F6DA}">
      <dsp:nvSpPr>
        <dsp:cNvPr id="0" name=""/>
        <dsp:cNvSpPr/>
      </dsp:nvSpPr>
      <dsp:spPr>
        <a:xfrm>
          <a:off x="3006774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highlight>
                <a:srgbClr val="FFFF00"/>
              </a:highlight>
            </a:rPr>
            <a:t>Crear</a:t>
          </a:r>
          <a:endParaRPr lang="es-PE" sz="900" b="1" kern="1200" dirty="0">
            <a:highlight>
              <a:srgbClr val="FFFF00"/>
            </a:highlight>
          </a:endParaRPr>
        </a:p>
      </dsp:txBody>
      <dsp:txXfrm>
        <a:off x="3340744" y="507105"/>
        <a:ext cx="1001911" cy="667940"/>
      </dsp:txXfrm>
    </dsp:sp>
    <dsp:sp modelId="{4FE1025E-586B-42DF-8F79-012726F6F12C}">
      <dsp:nvSpPr>
        <dsp:cNvPr id="0" name=""/>
        <dsp:cNvSpPr/>
      </dsp:nvSpPr>
      <dsp:spPr>
        <a:xfrm>
          <a:off x="45096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Mapear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Preparar</a:t>
          </a:r>
        </a:p>
      </dsp:txBody>
      <dsp:txXfrm>
        <a:off x="4843611" y="507105"/>
        <a:ext cx="1001911" cy="667940"/>
      </dsp:txXfrm>
    </dsp:sp>
    <dsp:sp modelId="{1482404C-42F1-4F0B-A067-92B5A95074F5}">
      <dsp:nvSpPr>
        <dsp:cNvPr id="0" name=""/>
        <dsp:cNvSpPr/>
      </dsp:nvSpPr>
      <dsp:spPr>
        <a:xfrm>
          <a:off x="6012507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Mover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Transformar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Integrar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Agregar</a:t>
          </a:r>
        </a:p>
      </dsp:txBody>
      <dsp:txXfrm>
        <a:off x="6346477" y="507105"/>
        <a:ext cx="1001911" cy="667940"/>
      </dsp:txXfrm>
    </dsp:sp>
    <dsp:sp modelId="{1761151C-6525-44A6-BEE8-E70735A74FBF}">
      <dsp:nvSpPr>
        <dsp:cNvPr id="0" name=""/>
        <dsp:cNvSpPr/>
      </dsp:nvSpPr>
      <dsp:spPr>
        <a:xfrm>
          <a:off x="7515373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Compartir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Entregar</a:t>
          </a:r>
        </a:p>
      </dsp:txBody>
      <dsp:txXfrm>
        <a:off x="7849343" y="507105"/>
        <a:ext cx="1001911" cy="667940"/>
      </dsp:txXfrm>
    </dsp:sp>
    <dsp:sp modelId="{F28EAC6C-4C57-4A99-AF6C-6245744704B1}">
      <dsp:nvSpPr>
        <dsp:cNvPr id="0" name=""/>
        <dsp:cNvSpPr/>
      </dsp:nvSpPr>
      <dsp:spPr>
        <a:xfrm>
          <a:off x="9018240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Analizar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Usar</a:t>
          </a:r>
        </a:p>
      </dsp:txBody>
      <dsp:txXfrm>
        <a:off x="9352210" y="507105"/>
        <a:ext cx="1001911" cy="667940"/>
      </dsp:txXfrm>
    </dsp:sp>
    <dsp:sp modelId="{0303BA62-792B-4DAA-93D1-03961A20910D}">
      <dsp:nvSpPr>
        <dsp:cNvPr id="0" name=""/>
        <dsp:cNvSpPr/>
      </dsp:nvSpPr>
      <dsp:spPr>
        <a:xfrm>
          <a:off x="10521106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Almacenar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Archivar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Eliminar</a:t>
          </a:r>
        </a:p>
      </dsp:txBody>
      <dsp:txXfrm>
        <a:off x="10855076" y="507105"/>
        <a:ext cx="1001911" cy="66794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3F150-E559-4D65-A79C-9BA13AB7741C}">
      <dsp:nvSpPr>
        <dsp:cNvPr id="0" name=""/>
        <dsp:cNvSpPr/>
      </dsp:nvSpPr>
      <dsp:spPr>
        <a:xfrm>
          <a:off x="10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Recopilar requerimientos</a:t>
          </a:r>
          <a:endParaRPr lang="es-PE" sz="900" b="0" kern="1200" dirty="0"/>
        </a:p>
      </dsp:txBody>
      <dsp:txXfrm>
        <a:off x="335011" y="507105"/>
        <a:ext cx="1001911" cy="667940"/>
      </dsp:txXfrm>
    </dsp:sp>
    <dsp:sp modelId="{681F424A-F4C1-4A9E-8781-5C0E2DF13542}">
      <dsp:nvSpPr>
        <dsp:cNvPr id="0" name=""/>
        <dsp:cNvSpPr/>
      </dsp:nvSpPr>
      <dsp:spPr>
        <a:xfrm>
          <a:off x="1503908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sp:txBody>
      <dsp:txXfrm>
        <a:off x="1837878" y="507105"/>
        <a:ext cx="1001911" cy="667940"/>
      </dsp:txXfrm>
    </dsp:sp>
    <dsp:sp modelId="{83DF1333-6A78-485C-A9E1-953A24E6F6DA}">
      <dsp:nvSpPr>
        <dsp:cNvPr id="0" name=""/>
        <dsp:cNvSpPr/>
      </dsp:nvSpPr>
      <dsp:spPr>
        <a:xfrm>
          <a:off x="3006774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Crear</a:t>
          </a:r>
          <a:endParaRPr lang="es-PE" sz="900" b="0" kern="1200" dirty="0"/>
        </a:p>
      </dsp:txBody>
      <dsp:txXfrm>
        <a:off x="3340744" y="507105"/>
        <a:ext cx="1001911" cy="667940"/>
      </dsp:txXfrm>
    </dsp:sp>
    <dsp:sp modelId="{4FE1025E-586B-42DF-8F79-012726F6F12C}">
      <dsp:nvSpPr>
        <dsp:cNvPr id="0" name=""/>
        <dsp:cNvSpPr/>
      </dsp:nvSpPr>
      <dsp:spPr>
        <a:xfrm>
          <a:off x="45096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highlight>
                <a:srgbClr val="FFFF00"/>
              </a:highlight>
            </a:rPr>
            <a:t>Mapear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Preparar</a:t>
          </a:r>
        </a:p>
      </dsp:txBody>
      <dsp:txXfrm>
        <a:off x="4843611" y="507105"/>
        <a:ext cx="1001911" cy="667940"/>
      </dsp:txXfrm>
    </dsp:sp>
    <dsp:sp modelId="{1482404C-42F1-4F0B-A067-92B5A95074F5}">
      <dsp:nvSpPr>
        <dsp:cNvPr id="0" name=""/>
        <dsp:cNvSpPr/>
      </dsp:nvSpPr>
      <dsp:spPr>
        <a:xfrm>
          <a:off x="6012507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Mover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Transformar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Integrar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Agregar</a:t>
          </a:r>
        </a:p>
      </dsp:txBody>
      <dsp:txXfrm>
        <a:off x="6346477" y="507105"/>
        <a:ext cx="1001911" cy="667940"/>
      </dsp:txXfrm>
    </dsp:sp>
    <dsp:sp modelId="{1761151C-6525-44A6-BEE8-E70735A74FBF}">
      <dsp:nvSpPr>
        <dsp:cNvPr id="0" name=""/>
        <dsp:cNvSpPr/>
      </dsp:nvSpPr>
      <dsp:spPr>
        <a:xfrm>
          <a:off x="7515373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Compartir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Entregar</a:t>
          </a:r>
        </a:p>
      </dsp:txBody>
      <dsp:txXfrm>
        <a:off x="7849343" y="507105"/>
        <a:ext cx="1001911" cy="667940"/>
      </dsp:txXfrm>
    </dsp:sp>
    <dsp:sp modelId="{F28EAC6C-4C57-4A99-AF6C-6245744704B1}">
      <dsp:nvSpPr>
        <dsp:cNvPr id="0" name=""/>
        <dsp:cNvSpPr/>
      </dsp:nvSpPr>
      <dsp:spPr>
        <a:xfrm>
          <a:off x="9018240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Analizar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Usar</a:t>
          </a:r>
        </a:p>
      </dsp:txBody>
      <dsp:txXfrm>
        <a:off x="9352210" y="507105"/>
        <a:ext cx="1001911" cy="667940"/>
      </dsp:txXfrm>
    </dsp:sp>
    <dsp:sp modelId="{0303BA62-792B-4DAA-93D1-03961A20910D}">
      <dsp:nvSpPr>
        <dsp:cNvPr id="0" name=""/>
        <dsp:cNvSpPr/>
      </dsp:nvSpPr>
      <dsp:spPr>
        <a:xfrm>
          <a:off x="10521106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Almacenar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Archivar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Eliminar</a:t>
          </a:r>
        </a:p>
      </dsp:txBody>
      <dsp:txXfrm>
        <a:off x="10855076" y="507105"/>
        <a:ext cx="1001911" cy="66794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3F150-E559-4D65-A79C-9BA13AB7741C}">
      <dsp:nvSpPr>
        <dsp:cNvPr id="0" name=""/>
        <dsp:cNvSpPr/>
      </dsp:nvSpPr>
      <dsp:spPr>
        <a:xfrm>
          <a:off x="10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Recopilar requerimientos</a:t>
          </a:r>
          <a:endParaRPr lang="es-PE" sz="900" b="0" kern="1200" dirty="0"/>
        </a:p>
      </dsp:txBody>
      <dsp:txXfrm>
        <a:off x="335011" y="507105"/>
        <a:ext cx="1001911" cy="667940"/>
      </dsp:txXfrm>
    </dsp:sp>
    <dsp:sp modelId="{681F424A-F4C1-4A9E-8781-5C0E2DF13542}">
      <dsp:nvSpPr>
        <dsp:cNvPr id="0" name=""/>
        <dsp:cNvSpPr/>
      </dsp:nvSpPr>
      <dsp:spPr>
        <a:xfrm>
          <a:off x="1503908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sp:txBody>
      <dsp:txXfrm>
        <a:off x="1837878" y="507105"/>
        <a:ext cx="1001911" cy="667940"/>
      </dsp:txXfrm>
    </dsp:sp>
    <dsp:sp modelId="{83DF1333-6A78-485C-A9E1-953A24E6F6DA}">
      <dsp:nvSpPr>
        <dsp:cNvPr id="0" name=""/>
        <dsp:cNvSpPr/>
      </dsp:nvSpPr>
      <dsp:spPr>
        <a:xfrm>
          <a:off x="3006774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Crear</a:t>
          </a:r>
          <a:endParaRPr lang="es-PE" sz="900" b="0" kern="1200" dirty="0"/>
        </a:p>
      </dsp:txBody>
      <dsp:txXfrm>
        <a:off x="3340744" y="507105"/>
        <a:ext cx="1001911" cy="667940"/>
      </dsp:txXfrm>
    </dsp:sp>
    <dsp:sp modelId="{4FE1025E-586B-42DF-8F79-012726F6F12C}">
      <dsp:nvSpPr>
        <dsp:cNvPr id="0" name=""/>
        <dsp:cNvSpPr/>
      </dsp:nvSpPr>
      <dsp:spPr>
        <a:xfrm>
          <a:off x="45096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Mapear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Preparar</a:t>
          </a:r>
        </a:p>
      </dsp:txBody>
      <dsp:txXfrm>
        <a:off x="4843611" y="507105"/>
        <a:ext cx="1001911" cy="667940"/>
      </dsp:txXfrm>
    </dsp:sp>
    <dsp:sp modelId="{1482404C-42F1-4F0B-A067-92B5A95074F5}">
      <dsp:nvSpPr>
        <dsp:cNvPr id="0" name=""/>
        <dsp:cNvSpPr/>
      </dsp:nvSpPr>
      <dsp:spPr>
        <a:xfrm>
          <a:off x="6012507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highlight>
                <a:srgbClr val="FFFF00"/>
              </a:highlight>
            </a:rPr>
            <a:t>Mover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Transformar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Integrar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Agregar</a:t>
          </a:r>
        </a:p>
      </dsp:txBody>
      <dsp:txXfrm>
        <a:off x="6346477" y="507105"/>
        <a:ext cx="1001911" cy="667940"/>
      </dsp:txXfrm>
    </dsp:sp>
    <dsp:sp modelId="{1761151C-6525-44A6-BEE8-E70735A74FBF}">
      <dsp:nvSpPr>
        <dsp:cNvPr id="0" name=""/>
        <dsp:cNvSpPr/>
      </dsp:nvSpPr>
      <dsp:spPr>
        <a:xfrm>
          <a:off x="7515373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Compartir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Entregar</a:t>
          </a:r>
        </a:p>
      </dsp:txBody>
      <dsp:txXfrm>
        <a:off x="7849343" y="507105"/>
        <a:ext cx="1001911" cy="667940"/>
      </dsp:txXfrm>
    </dsp:sp>
    <dsp:sp modelId="{F28EAC6C-4C57-4A99-AF6C-6245744704B1}">
      <dsp:nvSpPr>
        <dsp:cNvPr id="0" name=""/>
        <dsp:cNvSpPr/>
      </dsp:nvSpPr>
      <dsp:spPr>
        <a:xfrm>
          <a:off x="9018240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Analizar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Usar</a:t>
          </a:r>
        </a:p>
      </dsp:txBody>
      <dsp:txXfrm>
        <a:off x="9352210" y="507105"/>
        <a:ext cx="1001911" cy="667940"/>
      </dsp:txXfrm>
    </dsp:sp>
    <dsp:sp modelId="{0303BA62-792B-4DAA-93D1-03961A20910D}">
      <dsp:nvSpPr>
        <dsp:cNvPr id="0" name=""/>
        <dsp:cNvSpPr/>
      </dsp:nvSpPr>
      <dsp:spPr>
        <a:xfrm>
          <a:off x="10521106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Almacenar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Archivar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Eliminar</a:t>
          </a:r>
        </a:p>
      </dsp:txBody>
      <dsp:txXfrm>
        <a:off x="10855076" y="507105"/>
        <a:ext cx="1001911" cy="66794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3F150-E559-4D65-A79C-9BA13AB7741C}">
      <dsp:nvSpPr>
        <dsp:cNvPr id="0" name=""/>
        <dsp:cNvSpPr/>
      </dsp:nvSpPr>
      <dsp:spPr>
        <a:xfrm>
          <a:off x="10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Recopilar requerimientos</a:t>
          </a:r>
          <a:endParaRPr lang="es-PE" sz="900" b="0" kern="1200" dirty="0"/>
        </a:p>
      </dsp:txBody>
      <dsp:txXfrm>
        <a:off x="335011" y="507105"/>
        <a:ext cx="1001911" cy="667940"/>
      </dsp:txXfrm>
    </dsp:sp>
    <dsp:sp modelId="{681F424A-F4C1-4A9E-8781-5C0E2DF13542}">
      <dsp:nvSpPr>
        <dsp:cNvPr id="0" name=""/>
        <dsp:cNvSpPr/>
      </dsp:nvSpPr>
      <dsp:spPr>
        <a:xfrm>
          <a:off x="1503908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sp:txBody>
      <dsp:txXfrm>
        <a:off x="1837878" y="507105"/>
        <a:ext cx="1001911" cy="667940"/>
      </dsp:txXfrm>
    </dsp:sp>
    <dsp:sp modelId="{83DF1333-6A78-485C-A9E1-953A24E6F6DA}">
      <dsp:nvSpPr>
        <dsp:cNvPr id="0" name=""/>
        <dsp:cNvSpPr/>
      </dsp:nvSpPr>
      <dsp:spPr>
        <a:xfrm>
          <a:off x="3006774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Crear</a:t>
          </a:r>
          <a:endParaRPr lang="es-PE" sz="900" b="0" kern="1200" dirty="0"/>
        </a:p>
      </dsp:txBody>
      <dsp:txXfrm>
        <a:off x="3340744" y="507105"/>
        <a:ext cx="1001911" cy="667940"/>
      </dsp:txXfrm>
    </dsp:sp>
    <dsp:sp modelId="{4FE1025E-586B-42DF-8F79-012726F6F12C}">
      <dsp:nvSpPr>
        <dsp:cNvPr id="0" name=""/>
        <dsp:cNvSpPr/>
      </dsp:nvSpPr>
      <dsp:spPr>
        <a:xfrm>
          <a:off x="45096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Mapear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Preparar</a:t>
          </a:r>
        </a:p>
      </dsp:txBody>
      <dsp:txXfrm>
        <a:off x="4843611" y="507105"/>
        <a:ext cx="1001911" cy="667940"/>
      </dsp:txXfrm>
    </dsp:sp>
    <dsp:sp modelId="{1482404C-42F1-4F0B-A067-92B5A95074F5}">
      <dsp:nvSpPr>
        <dsp:cNvPr id="0" name=""/>
        <dsp:cNvSpPr/>
      </dsp:nvSpPr>
      <dsp:spPr>
        <a:xfrm>
          <a:off x="6012507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Mover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Transformar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Integrar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Agregar</a:t>
          </a:r>
        </a:p>
      </dsp:txBody>
      <dsp:txXfrm>
        <a:off x="6346477" y="507105"/>
        <a:ext cx="1001911" cy="667940"/>
      </dsp:txXfrm>
    </dsp:sp>
    <dsp:sp modelId="{1761151C-6525-44A6-BEE8-E70735A74FBF}">
      <dsp:nvSpPr>
        <dsp:cNvPr id="0" name=""/>
        <dsp:cNvSpPr/>
      </dsp:nvSpPr>
      <dsp:spPr>
        <a:xfrm>
          <a:off x="7515373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highlight>
                <a:srgbClr val="FFFF00"/>
              </a:highlight>
            </a:rPr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Compartir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Entregar</a:t>
          </a:r>
        </a:p>
      </dsp:txBody>
      <dsp:txXfrm>
        <a:off x="7849343" y="507105"/>
        <a:ext cx="1001911" cy="667940"/>
      </dsp:txXfrm>
    </dsp:sp>
    <dsp:sp modelId="{F28EAC6C-4C57-4A99-AF6C-6245744704B1}">
      <dsp:nvSpPr>
        <dsp:cNvPr id="0" name=""/>
        <dsp:cNvSpPr/>
      </dsp:nvSpPr>
      <dsp:spPr>
        <a:xfrm>
          <a:off x="9018240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Analizar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Usar</a:t>
          </a:r>
        </a:p>
      </dsp:txBody>
      <dsp:txXfrm>
        <a:off x="9352210" y="507105"/>
        <a:ext cx="1001911" cy="667940"/>
      </dsp:txXfrm>
    </dsp:sp>
    <dsp:sp modelId="{0303BA62-792B-4DAA-93D1-03961A20910D}">
      <dsp:nvSpPr>
        <dsp:cNvPr id="0" name=""/>
        <dsp:cNvSpPr/>
      </dsp:nvSpPr>
      <dsp:spPr>
        <a:xfrm>
          <a:off x="10521106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Almacenar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Archivar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Eliminar</a:t>
          </a:r>
        </a:p>
      </dsp:txBody>
      <dsp:txXfrm>
        <a:off x="10855076" y="507105"/>
        <a:ext cx="1001911" cy="66794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3F150-E559-4D65-A79C-9BA13AB7741C}">
      <dsp:nvSpPr>
        <dsp:cNvPr id="0" name=""/>
        <dsp:cNvSpPr/>
      </dsp:nvSpPr>
      <dsp:spPr>
        <a:xfrm>
          <a:off x="10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Recopilar requerimientos</a:t>
          </a:r>
          <a:endParaRPr lang="es-PE" sz="900" b="0" kern="1200" dirty="0"/>
        </a:p>
      </dsp:txBody>
      <dsp:txXfrm>
        <a:off x="335011" y="507105"/>
        <a:ext cx="1001911" cy="667940"/>
      </dsp:txXfrm>
    </dsp:sp>
    <dsp:sp modelId="{681F424A-F4C1-4A9E-8781-5C0E2DF13542}">
      <dsp:nvSpPr>
        <dsp:cNvPr id="0" name=""/>
        <dsp:cNvSpPr/>
      </dsp:nvSpPr>
      <dsp:spPr>
        <a:xfrm>
          <a:off x="1503908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sp:txBody>
      <dsp:txXfrm>
        <a:off x="1837878" y="507105"/>
        <a:ext cx="1001911" cy="667940"/>
      </dsp:txXfrm>
    </dsp:sp>
    <dsp:sp modelId="{83DF1333-6A78-485C-A9E1-953A24E6F6DA}">
      <dsp:nvSpPr>
        <dsp:cNvPr id="0" name=""/>
        <dsp:cNvSpPr/>
      </dsp:nvSpPr>
      <dsp:spPr>
        <a:xfrm>
          <a:off x="3006774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Crear</a:t>
          </a:r>
          <a:endParaRPr lang="es-PE" sz="900" b="0" kern="1200" dirty="0"/>
        </a:p>
      </dsp:txBody>
      <dsp:txXfrm>
        <a:off x="3340744" y="507105"/>
        <a:ext cx="1001911" cy="667940"/>
      </dsp:txXfrm>
    </dsp:sp>
    <dsp:sp modelId="{4FE1025E-586B-42DF-8F79-012726F6F12C}">
      <dsp:nvSpPr>
        <dsp:cNvPr id="0" name=""/>
        <dsp:cNvSpPr/>
      </dsp:nvSpPr>
      <dsp:spPr>
        <a:xfrm>
          <a:off x="45096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Mapear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Preparar</a:t>
          </a:r>
        </a:p>
      </dsp:txBody>
      <dsp:txXfrm>
        <a:off x="4843611" y="507105"/>
        <a:ext cx="1001911" cy="667940"/>
      </dsp:txXfrm>
    </dsp:sp>
    <dsp:sp modelId="{1482404C-42F1-4F0B-A067-92B5A95074F5}">
      <dsp:nvSpPr>
        <dsp:cNvPr id="0" name=""/>
        <dsp:cNvSpPr/>
      </dsp:nvSpPr>
      <dsp:spPr>
        <a:xfrm>
          <a:off x="6012507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Mover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Transformar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Integrar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Agregar</a:t>
          </a:r>
        </a:p>
      </dsp:txBody>
      <dsp:txXfrm>
        <a:off x="6346477" y="507105"/>
        <a:ext cx="1001911" cy="667940"/>
      </dsp:txXfrm>
    </dsp:sp>
    <dsp:sp modelId="{1761151C-6525-44A6-BEE8-E70735A74FBF}">
      <dsp:nvSpPr>
        <dsp:cNvPr id="0" name=""/>
        <dsp:cNvSpPr/>
      </dsp:nvSpPr>
      <dsp:spPr>
        <a:xfrm>
          <a:off x="7515373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Compartir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Entregar</a:t>
          </a:r>
        </a:p>
      </dsp:txBody>
      <dsp:txXfrm>
        <a:off x="7849343" y="507105"/>
        <a:ext cx="1001911" cy="667940"/>
      </dsp:txXfrm>
    </dsp:sp>
    <dsp:sp modelId="{F28EAC6C-4C57-4A99-AF6C-6245744704B1}">
      <dsp:nvSpPr>
        <dsp:cNvPr id="0" name=""/>
        <dsp:cNvSpPr/>
      </dsp:nvSpPr>
      <dsp:spPr>
        <a:xfrm>
          <a:off x="9018240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highlight>
                <a:srgbClr val="FFFF00"/>
              </a:highlight>
            </a:rPr>
            <a:t>Analizar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Usar</a:t>
          </a:r>
        </a:p>
      </dsp:txBody>
      <dsp:txXfrm>
        <a:off x="9352210" y="507105"/>
        <a:ext cx="1001911" cy="667940"/>
      </dsp:txXfrm>
    </dsp:sp>
    <dsp:sp modelId="{0303BA62-792B-4DAA-93D1-03961A20910D}">
      <dsp:nvSpPr>
        <dsp:cNvPr id="0" name=""/>
        <dsp:cNvSpPr/>
      </dsp:nvSpPr>
      <dsp:spPr>
        <a:xfrm>
          <a:off x="10521106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Almacenar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Archivar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Eliminar</a:t>
          </a:r>
        </a:p>
      </dsp:txBody>
      <dsp:txXfrm>
        <a:off x="10855076" y="507105"/>
        <a:ext cx="1001911" cy="66794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3F150-E559-4D65-A79C-9BA13AB7741C}">
      <dsp:nvSpPr>
        <dsp:cNvPr id="0" name=""/>
        <dsp:cNvSpPr/>
      </dsp:nvSpPr>
      <dsp:spPr>
        <a:xfrm>
          <a:off x="10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Recopilar requerimientos</a:t>
          </a:r>
          <a:endParaRPr lang="es-PE" sz="900" b="0" kern="1200" dirty="0"/>
        </a:p>
      </dsp:txBody>
      <dsp:txXfrm>
        <a:off x="335011" y="507105"/>
        <a:ext cx="1001911" cy="667940"/>
      </dsp:txXfrm>
    </dsp:sp>
    <dsp:sp modelId="{681F424A-F4C1-4A9E-8781-5C0E2DF13542}">
      <dsp:nvSpPr>
        <dsp:cNvPr id="0" name=""/>
        <dsp:cNvSpPr/>
      </dsp:nvSpPr>
      <dsp:spPr>
        <a:xfrm>
          <a:off x="1503908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sp:txBody>
      <dsp:txXfrm>
        <a:off x="1837878" y="507105"/>
        <a:ext cx="1001911" cy="667940"/>
      </dsp:txXfrm>
    </dsp:sp>
    <dsp:sp modelId="{83DF1333-6A78-485C-A9E1-953A24E6F6DA}">
      <dsp:nvSpPr>
        <dsp:cNvPr id="0" name=""/>
        <dsp:cNvSpPr/>
      </dsp:nvSpPr>
      <dsp:spPr>
        <a:xfrm>
          <a:off x="3006774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Crear</a:t>
          </a:r>
          <a:endParaRPr lang="es-PE" sz="900" b="0" kern="1200" dirty="0"/>
        </a:p>
      </dsp:txBody>
      <dsp:txXfrm>
        <a:off x="3340744" y="507105"/>
        <a:ext cx="1001911" cy="667940"/>
      </dsp:txXfrm>
    </dsp:sp>
    <dsp:sp modelId="{4FE1025E-586B-42DF-8F79-012726F6F12C}">
      <dsp:nvSpPr>
        <dsp:cNvPr id="0" name=""/>
        <dsp:cNvSpPr/>
      </dsp:nvSpPr>
      <dsp:spPr>
        <a:xfrm>
          <a:off x="45096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Mapear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Preparar</a:t>
          </a:r>
        </a:p>
      </dsp:txBody>
      <dsp:txXfrm>
        <a:off x="4843611" y="507105"/>
        <a:ext cx="1001911" cy="667940"/>
      </dsp:txXfrm>
    </dsp:sp>
    <dsp:sp modelId="{1482404C-42F1-4F0B-A067-92B5A95074F5}">
      <dsp:nvSpPr>
        <dsp:cNvPr id="0" name=""/>
        <dsp:cNvSpPr/>
      </dsp:nvSpPr>
      <dsp:spPr>
        <a:xfrm>
          <a:off x="6012507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Mover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Transformar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Integrar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Agregar</a:t>
          </a:r>
        </a:p>
      </dsp:txBody>
      <dsp:txXfrm>
        <a:off x="6346477" y="507105"/>
        <a:ext cx="1001911" cy="667940"/>
      </dsp:txXfrm>
    </dsp:sp>
    <dsp:sp modelId="{1761151C-6525-44A6-BEE8-E70735A74FBF}">
      <dsp:nvSpPr>
        <dsp:cNvPr id="0" name=""/>
        <dsp:cNvSpPr/>
      </dsp:nvSpPr>
      <dsp:spPr>
        <a:xfrm>
          <a:off x="7515373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Compartir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Entregar</a:t>
          </a:r>
        </a:p>
      </dsp:txBody>
      <dsp:txXfrm>
        <a:off x="7849343" y="507105"/>
        <a:ext cx="1001911" cy="667940"/>
      </dsp:txXfrm>
    </dsp:sp>
    <dsp:sp modelId="{F28EAC6C-4C57-4A99-AF6C-6245744704B1}">
      <dsp:nvSpPr>
        <dsp:cNvPr id="0" name=""/>
        <dsp:cNvSpPr/>
      </dsp:nvSpPr>
      <dsp:spPr>
        <a:xfrm>
          <a:off x="9018240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Analizar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Usar</a:t>
          </a:r>
        </a:p>
      </dsp:txBody>
      <dsp:txXfrm>
        <a:off x="9352210" y="507105"/>
        <a:ext cx="1001911" cy="667940"/>
      </dsp:txXfrm>
    </dsp:sp>
    <dsp:sp modelId="{0303BA62-792B-4DAA-93D1-03961A20910D}">
      <dsp:nvSpPr>
        <dsp:cNvPr id="0" name=""/>
        <dsp:cNvSpPr/>
      </dsp:nvSpPr>
      <dsp:spPr>
        <a:xfrm>
          <a:off x="10521106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highlight>
                <a:srgbClr val="FFFF00"/>
              </a:highlight>
            </a:rPr>
            <a:t>Almacenar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Archivar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Eliminar</a:t>
          </a:r>
        </a:p>
      </dsp:txBody>
      <dsp:txXfrm>
        <a:off x="10855076" y="507105"/>
        <a:ext cx="1001911" cy="66794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3F150-E559-4D65-A79C-9BA13AB7741C}">
      <dsp:nvSpPr>
        <dsp:cNvPr id="0" name=""/>
        <dsp:cNvSpPr/>
      </dsp:nvSpPr>
      <dsp:spPr>
        <a:xfrm>
          <a:off x="10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Recopilar requerimientos</a:t>
          </a:r>
          <a:endParaRPr lang="es-PE" sz="900" b="0" kern="1200" dirty="0"/>
        </a:p>
      </dsp:txBody>
      <dsp:txXfrm>
        <a:off x="335011" y="507105"/>
        <a:ext cx="1001911" cy="667940"/>
      </dsp:txXfrm>
    </dsp:sp>
    <dsp:sp modelId="{681F424A-F4C1-4A9E-8781-5C0E2DF13542}">
      <dsp:nvSpPr>
        <dsp:cNvPr id="0" name=""/>
        <dsp:cNvSpPr/>
      </dsp:nvSpPr>
      <dsp:spPr>
        <a:xfrm>
          <a:off x="1503908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sp:txBody>
      <dsp:txXfrm>
        <a:off x="1837878" y="507105"/>
        <a:ext cx="1001911" cy="667940"/>
      </dsp:txXfrm>
    </dsp:sp>
    <dsp:sp modelId="{83DF1333-6A78-485C-A9E1-953A24E6F6DA}">
      <dsp:nvSpPr>
        <dsp:cNvPr id="0" name=""/>
        <dsp:cNvSpPr/>
      </dsp:nvSpPr>
      <dsp:spPr>
        <a:xfrm>
          <a:off x="3006774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Crear</a:t>
          </a:r>
          <a:endParaRPr lang="es-PE" sz="900" b="0" kern="1200" dirty="0"/>
        </a:p>
      </dsp:txBody>
      <dsp:txXfrm>
        <a:off x="3340744" y="507105"/>
        <a:ext cx="1001911" cy="667940"/>
      </dsp:txXfrm>
    </dsp:sp>
    <dsp:sp modelId="{4FE1025E-586B-42DF-8F79-012726F6F12C}">
      <dsp:nvSpPr>
        <dsp:cNvPr id="0" name=""/>
        <dsp:cNvSpPr/>
      </dsp:nvSpPr>
      <dsp:spPr>
        <a:xfrm>
          <a:off x="45096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Mapear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Preparar</a:t>
          </a:r>
        </a:p>
      </dsp:txBody>
      <dsp:txXfrm>
        <a:off x="4843611" y="507105"/>
        <a:ext cx="1001911" cy="667940"/>
      </dsp:txXfrm>
    </dsp:sp>
    <dsp:sp modelId="{1482404C-42F1-4F0B-A067-92B5A95074F5}">
      <dsp:nvSpPr>
        <dsp:cNvPr id="0" name=""/>
        <dsp:cNvSpPr/>
      </dsp:nvSpPr>
      <dsp:spPr>
        <a:xfrm>
          <a:off x="6012507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Mover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Transformar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Integrar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Agregar</a:t>
          </a:r>
        </a:p>
      </dsp:txBody>
      <dsp:txXfrm>
        <a:off x="6346477" y="507105"/>
        <a:ext cx="1001911" cy="667940"/>
      </dsp:txXfrm>
    </dsp:sp>
    <dsp:sp modelId="{1761151C-6525-44A6-BEE8-E70735A74FBF}">
      <dsp:nvSpPr>
        <dsp:cNvPr id="0" name=""/>
        <dsp:cNvSpPr/>
      </dsp:nvSpPr>
      <dsp:spPr>
        <a:xfrm>
          <a:off x="7515373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Compartir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Entregar</a:t>
          </a:r>
        </a:p>
      </dsp:txBody>
      <dsp:txXfrm>
        <a:off x="7849343" y="507105"/>
        <a:ext cx="1001911" cy="667940"/>
      </dsp:txXfrm>
    </dsp:sp>
    <dsp:sp modelId="{F28EAC6C-4C57-4A99-AF6C-6245744704B1}">
      <dsp:nvSpPr>
        <dsp:cNvPr id="0" name=""/>
        <dsp:cNvSpPr/>
      </dsp:nvSpPr>
      <dsp:spPr>
        <a:xfrm>
          <a:off x="9018240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Analizar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Usar</a:t>
          </a:r>
        </a:p>
      </dsp:txBody>
      <dsp:txXfrm>
        <a:off x="9352210" y="507105"/>
        <a:ext cx="1001911" cy="667940"/>
      </dsp:txXfrm>
    </dsp:sp>
    <dsp:sp modelId="{0303BA62-792B-4DAA-93D1-03961A20910D}">
      <dsp:nvSpPr>
        <dsp:cNvPr id="0" name=""/>
        <dsp:cNvSpPr/>
      </dsp:nvSpPr>
      <dsp:spPr>
        <a:xfrm>
          <a:off x="10521106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highlight>
                <a:srgbClr val="FFFF00"/>
              </a:highlight>
            </a:rPr>
            <a:t>Almacenar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Archivar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Eliminar</a:t>
          </a:r>
        </a:p>
      </dsp:txBody>
      <dsp:txXfrm>
        <a:off x="10855076" y="507105"/>
        <a:ext cx="1001911" cy="66794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3F150-E559-4D65-A79C-9BA13AB7741C}">
      <dsp:nvSpPr>
        <dsp:cNvPr id="0" name=""/>
        <dsp:cNvSpPr/>
      </dsp:nvSpPr>
      <dsp:spPr>
        <a:xfrm>
          <a:off x="10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Recopilar requerimientos</a:t>
          </a:r>
          <a:endParaRPr lang="es-PE" sz="900" b="0" kern="1200" dirty="0"/>
        </a:p>
      </dsp:txBody>
      <dsp:txXfrm>
        <a:off x="335011" y="507105"/>
        <a:ext cx="1001911" cy="667940"/>
      </dsp:txXfrm>
    </dsp:sp>
    <dsp:sp modelId="{681F424A-F4C1-4A9E-8781-5C0E2DF13542}">
      <dsp:nvSpPr>
        <dsp:cNvPr id="0" name=""/>
        <dsp:cNvSpPr/>
      </dsp:nvSpPr>
      <dsp:spPr>
        <a:xfrm>
          <a:off x="1503908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Modelar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Describir</a:t>
          </a:r>
        </a:p>
      </dsp:txBody>
      <dsp:txXfrm>
        <a:off x="1837878" y="507105"/>
        <a:ext cx="1001911" cy="667940"/>
      </dsp:txXfrm>
    </dsp:sp>
    <dsp:sp modelId="{83DF1333-6A78-485C-A9E1-953A24E6F6DA}">
      <dsp:nvSpPr>
        <dsp:cNvPr id="0" name=""/>
        <dsp:cNvSpPr/>
      </dsp:nvSpPr>
      <dsp:spPr>
        <a:xfrm>
          <a:off x="3006774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0" kern="1200" dirty="0"/>
            <a:t>Crear</a:t>
          </a:r>
          <a:endParaRPr lang="es-PE" sz="900" b="0" kern="1200" dirty="0"/>
        </a:p>
      </dsp:txBody>
      <dsp:txXfrm>
        <a:off x="3340744" y="507105"/>
        <a:ext cx="1001911" cy="667940"/>
      </dsp:txXfrm>
    </dsp:sp>
    <dsp:sp modelId="{4FE1025E-586B-42DF-8F79-012726F6F12C}">
      <dsp:nvSpPr>
        <dsp:cNvPr id="0" name=""/>
        <dsp:cNvSpPr/>
      </dsp:nvSpPr>
      <dsp:spPr>
        <a:xfrm>
          <a:off x="4509641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Mapear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Preparar</a:t>
          </a:r>
        </a:p>
      </dsp:txBody>
      <dsp:txXfrm>
        <a:off x="4843611" y="507105"/>
        <a:ext cx="1001911" cy="667940"/>
      </dsp:txXfrm>
    </dsp:sp>
    <dsp:sp modelId="{1482404C-42F1-4F0B-A067-92B5A95074F5}">
      <dsp:nvSpPr>
        <dsp:cNvPr id="0" name=""/>
        <dsp:cNvSpPr/>
      </dsp:nvSpPr>
      <dsp:spPr>
        <a:xfrm>
          <a:off x="6012507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Mover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Transformar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Integrar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Agregar</a:t>
          </a:r>
        </a:p>
      </dsp:txBody>
      <dsp:txXfrm>
        <a:off x="6346477" y="507105"/>
        <a:ext cx="1001911" cy="667940"/>
      </dsp:txXfrm>
    </dsp:sp>
    <dsp:sp modelId="{1761151C-6525-44A6-BEE8-E70735A74FBF}">
      <dsp:nvSpPr>
        <dsp:cNvPr id="0" name=""/>
        <dsp:cNvSpPr/>
      </dsp:nvSpPr>
      <dsp:spPr>
        <a:xfrm>
          <a:off x="7515373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Validar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Compartir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Entregar</a:t>
          </a:r>
        </a:p>
      </dsp:txBody>
      <dsp:txXfrm>
        <a:off x="7849343" y="507105"/>
        <a:ext cx="1001911" cy="667940"/>
      </dsp:txXfrm>
    </dsp:sp>
    <dsp:sp modelId="{F28EAC6C-4C57-4A99-AF6C-6245744704B1}">
      <dsp:nvSpPr>
        <dsp:cNvPr id="0" name=""/>
        <dsp:cNvSpPr/>
      </dsp:nvSpPr>
      <dsp:spPr>
        <a:xfrm>
          <a:off x="9018240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Analizar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kern="1200" dirty="0"/>
            <a:t>Usar</a:t>
          </a:r>
        </a:p>
      </dsp:txBody>
      <dsp:txXfrm>
        <a:off x="9352210" y="507105"/>
        <a:ext cx="1001911" cy="667940"/>
      </dsp:txXfrm>
    </dsp:sp>
    <dsp:sp modelId="{0303BA62-792B-4DAA-93D1-03961A20910D}">
      <dsp:nvSpPr>
        <dsp:cNvPr id="0" name=""/>
        <dsp:cNvSpPr/>
      </dsp:nvSpPr>
      <dsp:spPr>
        <a:xfrm>
          <a:off x="10521106" y="507105"/>
          <a:ext cx="1669851" cy="6679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highlight>
                <a:srgbClr val="FFFF00"/>
              </a:highlight>
            </a:rPr>
            <a:t>Almacenar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Archivar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900" b="1" kern="1200" dirty="0">
              <a:highlight>
                <a:srgbClr val="FFFF00"/>
              </a:highlight>
            </a:rPr>
            <a:t>Eliminar</a:t>
          </a:r>
        </a:p>
      </dsp:txBody>
      <dsp:txXfrm>
        <a:off x="10855076" y="507105"/>
        <a:ext cx="1001911" cy="6679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Un letrero verde con letras blancas&#10;&#10;Descripción generada automáticamente con confianza media">
            <a:extLst>
              <a:ext uri="{FF2B5EF4-FFF2-40B4-BE49-F238E27FC236}">
                <a16:creationId xmlns:a16="http://schemas.microsoft.com/office/drawing/2014/main" id="{FD203FC6-578C-1847-FCE3-EB311AD4DB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974E3146-495E-1BBC-EC63-F86A263CE0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52937" y="2952750"/>
            <a:ext cx="3286125" cy="952500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72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TÍTULOS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07528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&#10;&#10;Descripción generada automáticamente">
            <a:extLst>
              <a:ext uri="{FF2B5EF4-FFF2-40B4-BE49-F238E27FC236}">
                <a16:creationId xmlns:a16="http://schemas.microsoft.com/office/drawing/2014/main" id="{68A3DDB6-2DC3-F118-B7B6-77CBD072C4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25">
            <a:extLst>
              <a:ext uri="{FF2B5EF4-FFF2-40B4-BE49-F238E27FC236}">
                <a16:creationId xmlns:a16="http://schemas.microsoft.com/office/drawing/2014/main" id="{E3545E50-C91D-34BA-1F7C-3081EFBF60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18586" y="2628900"/>
            <a:ext cx="6329362" cy="876300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TÍTULO NUEVO</a:t>
            </a:r>
          </a:p>
        </p:txBody>
      </p:sp>
      <p:sp>
        <p:nvSpPr>
          <p:cNvPr id="8" name="Marcador de texto 25">
            <a:extLst>
              <a:ext uri="{FF2B5EF4-FFF2-40B4-BE49-F238E27FC236}">
                <a16:creationId xmlns:a16="http://schemas.microsoft.com/office/drawing/2014/main" id="{39C6F230-0A57-04F9-53CB-5DED47A297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8586" y="3673365"/>
            <a:ext cx="6329362" cy="534713"/>
          </a:xfrm>
        </p:spPr>
        <p:txBody>
          <a:bodyPr>
            <a:no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Subtítulo o información adicional</a:t>
            </a:r>
          </a:p>
        </p:txBody>
      </p:sp>
    </p:spTree>
    <p:extLst>
      <p:ext uri="{BB962C8B-B14F-4D97-AF65-F5344CB8AC3E}">
        <p14:creationId xmlns:p14="http://schemas.microsoft.com/office/powerpoint/2010/main" val="3733938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s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magen que contiene firmar, calle, verde, tráfico&#10;&#10;Descripción generada automáticamente">
            <a:extLst>
              <a:ext uri="{FF2B5EF4-FFF2-40B4-BE49-F238E27FC236}">
                <a16:creationId xmlns:a16="http://schemas.microsoft.com/office/drawing/2014/main" id="{129E412F-8339-6C6F-73EC-74FFDC975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25">
            <a:extLst>
              <a:ext uri="{FF2B5EF4-FFF2-40B4-BE49-F238E27FC236}">
                <a16:creationId xmlns:a16="http://schemas.microsoft.com/office/drawing/2014/main" id="{E3545E50-C91D-34BA-1F7C-3081EFBF60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2628900"/>
            <a:ext cx="6329362" cy="876300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TÍTULO NUEVO</a:t>
            </a:r>
          </a:p>
        </p:txBody>
      </p:sp>
      <p:sp>
        <p:nvSpPr>
          <p:cNvPr id="7" name="Marcador de texto 25">
            <a:extLst>
              <a:ext uri="{FF2B5EF4-FFF2-40B4-BE49-F238E27FC236}">
                <a16:creationId xmlns:a16="http://schemas.microsoft.com/office/drawing/2014/main" id="{802CD516-405D-804C-83D3-0FF06D027C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3673365"/>
            <a:ext cx="6329362" cy="534713"/>
          </a:xfrm>
        </p:spPr>
        <p:txBody>
          <a:bodyPr>
            <a:no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Subtítulo o información adicional</a:t>
            </a:r>
          </a:p>
        </p:txBody>
      </p:sp>
    </p:spTree>
    <p:extLst>
      <p:ext uri="{BB962C8B-B14F-4D97-AF65-F5344CB8AC3E}">
        <p14:creationId xmlns:p14="http://schemas.microsoft.com/office/powerpoint/2010/main" val="100573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magen que contiene tabla, mujer, frente, hombre&#10;&#10;Descripción generada automáticamente">
            <a:extLst>
              <a:ext uri="{FF2B5EF4-FFF2-40B4-BE49-F238E27FC236}">
                <a16:creationId xmlns:a16="http://schemas.microsoft.com/office/drawing/2014/main" id="{3D77E3E7-B302-6FF7-DB3D-B10021BC6F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25">
            <a:extLst>
              <a:ext uri="{FF2B5EF4-FFF2-40B4-BE49-F238E27FC236}">
                <a16:creationId xmlns:a16="http://schemas.microsoft.com/office/drawing/2014/main" id="{E3545E50-C91D-34BA-1F7C-3081EFBF60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517" y="4636376"/>
            <a:ext cx="6329362" cy="876300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TÍTULO NUEVO</a:t>
            </a:r>
          </a:p>
        </p:txBody>
      </p:sp>
      <p:sp>
        <p:nvSpPr>
          <p:cNvPr id="8" name="Marcador de texto 25">
            <a:extLst>
              <a:ext uri="{FF2B5EF4-FFF2-40B4-BE49-F238E27FC236}">
                <a16:creationId xmlns:a16="http://schemas.microsoft.com/office/drawing/2014/main" id="{066AA83C-CEAF-C0B9-013B-1B1917A2C0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517" y="5512676"/>
            <a:ext cx="6329362" cy="5347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Subtítulo o información adicional</a:t>
            </a:r>
          </a:p>
        </p:txBody>
      </p:sp>
    </p:spTree>
    <p:extLst>
      <p:ext uri="{BB962C8B-B14F-4D97-AF65-F5344CB8AC3E}">
        <p14:creationId xmlns:p14="http://schemas.microsoft.com/office/powerpoint/2010/main" val="262017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Un par de imágenes de una persona&#10;&#10;Descripción generada automáticamente con confianza media">
            <a:extLst>
              <a:ext uri="{FF2B5EF4-FFF2-40B4-BE49-F238E27FC236}">
                <a16:creationId xmlns:a16="http://schemas.microsoft.com/office/drawing/2014/main" id="{32583FDF-25CF-96DC-056A-DE5E1C8993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25">
            <a:extLst>
              <a:ext uri="{FF2B5EF4-FFF2-40B4-BE49-F238E27FC236}">
                <a16:creationId xmlns:a16="http://schemas.microsoft.com/office/drawing/2014/main" id="{E3545E50-C91D-34BA-1F7C-3081EFBF60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517" y="4636376"/>
            <a:ext cx="6329362" cy="876300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TÍTULO NUEVO</a:t>
            </a:r>
          </a:p>
        </p:txBody>
      </p:sp>
      <p:sp>
        <p:nvSpPr>
          <p:cNvPr id="7" name="Marcador de texto 25">
            <a:extLst>
              <a:ext uri="{FF2B5EF4-FFF2-40B4-BE49-F238E27FC236}">
                <a16:creationId xmlns:a16="http://schemas.microsoft.com/office/drawing/2014/main" id="{9446AFA1-50F0-2349-4052-A6D8CA0B32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517" y="5512676"/>
            <a:ext cx="6329362" cy="5347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Subtítulo o información adicional</a:t>
            </a:r>
          </a:p>
        </p:txBody>
      </p:sp>
    </p:spTree>
    <p:extLst>
      <p:ext uri="{BB962C8B-B14F-4D97-AF65-F5344CB8AC3E}">
        <p14:creationId xmlns:p14="http://schemas.microsoft.com/office/powerpoint/2010/main" val="1296064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6628A659-28FF-BBD7-D57E-C2199F90D6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25">
            <a:extLst>
              <a:ext uri="{FF2B5EF4-FFF2-40B4-BE49-F238E27FC236}">
                <a16:creationId xmlns:a16="http://schemas.microsoft.com/office/drawing/2014/main" id="{E3545E50-C91D-34BA-1F7C-3081EFBF60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517" y="4636376"/>
            <a:ext cx="6329362" cy="876300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rgbClr val="0A848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TÍTULO NUEVO</a:t>
            </a:r>
          </a:p>
        </p:txBody>
      </p:sp>
      <p:sp>
        <p:nvSpPr>
          <p:cNvPr id="7" name="Marcador de texto 25">
            <a:extLst>
              <a:ext uri="{FF2B5EF4-FFF2-40B4-BE49-F238E27FC236}">
                <a16:creationId xmlns:a16="http://schemas.microsoft.com/office/drawing/2014/main" id="{1B228515-A1DC-8C00-C93E-0CC763394A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517" y="5523186"/>
            <a:ext cx="6329362" cy="534713"/>
          </a:xfrm>
        </p:spPr>
        <p:txBody>
          <a:bodyPr>
            <a:noAutofit/>
          </a:bodyPr>
          <a:lstStyle>
            <a:lvl1pPr marL="0" indent="0">
              <a:buNone/>
              <a:defRPr sz="2400" b="0">
                <a:solidFill>
                  <a:srgbClr val="0A848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Subtítulo o información adicional</a:t>
            </a:r>
          </a:p>
        </p:txBody>
      </p:sp>
    </p:spTree>
    <p:extLst>
      <p:ext uri="{BB962C8B-B14F-4D97-AF65-F5344CB8AC3E}">
        <p14:creationId xmlns:p14="http://schemas.microsoft.com/office/powerpoint/2010/main" val="2227387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449703C7-DBF3-80DE-F7A2-1F6C5CC546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25">
            <a:extLst>
              <a:ext uri="{FF2B5EF4-FFF2-40B4-BE49-F238E27FC236}">
                <a16:creationId xmlns:a16="http://schemas.microsoft.com/office/drawing/2014/main" id="{E3545E50-C91D-34BA-1F7C-3081EFBF60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765" y="2576349"/>
            <a:ext cx="3737194" cy="1062858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TÍTULO DE INFORMACIÓN</a:t>
            </a:r>
          </a:p>
        </p:txBody>
      </p:sp>
      <p:sp>
        <p:nvSpPr>
          <p:cNvPr id="7" name="Marcador de texto 25">
            <a:extLst>
              <a:ext uri="{FF2B5EF4-FFF2-40B4-BE49-F238E27FC236}">
                <a16:creationId xmlns:a16="http://schemas.microsoft.com/office/drawing/2014/main" id="{D155691D-5E1D-F50E-579E-C38D2F0C44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65" y="3996559"/>
            <a:ext cx="3737194" cy="396765"/>
          </a:xfrm>
        </p:spPr>
        <p:txBody>
          <a:bodyPr>
            <a:no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2817230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F153F398-6E0D-591A-B656-8996289EA1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25">
            <a:extLst>
              <a:ext uri="{FF2B5EF4-FFF2-40B4-BE49-F238E27FC236}">
                <a16:creationId xmlns:a16="http://schemas.microsoft.com/office/drawing/2014/main" id="{E3545E50-C91D-34BA-1F7C-3081EFBF60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765" y="2576349"/>
            <a:ext cx="3737194" cy="1062858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rgbClr val="FE4140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TÍTULO DE INFORMACIÓN</a:t>
            </a:r>
          </a:p>
        </p:txBody>
      </p:sp>
      <p:sp>
        <p:nvSpPr>
          <p:cNvPr id="7" name="Marcador de texto 25">
            <a:extLst>
              <a:ext uri="{FF2B5EF4-FFF2-40B4-BE49-F238E27FC236}">
                <a16:creationId xmlns:a16="http://schemas.microsoft.com/office/drawing/2014/main" id="{D155691D-5E1D-F50E-579E-C38D2F0C44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65" y="3996559"/>
            <a:ext cx="3737194" cy="396765"/>
          </a:xfrm>
        </p:spPr>
        <p:txBody>
          <a:bodyPr>
            <a:noAutofit/>
          </a:bodyPr>
          <a:lstStyle>
            <a:lvl1pPr marL="0" indent="0">
              <a:buNone/>
              <a:defRPr sz="2400" b="0">
                <a:solidFill>
                  <a:srgbClr val="0A848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3011939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B92A7923-6A56-0D41-17D9-36CE6DB23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25">
            <a:extLst>
              <a:ext uri="{FF2B5EF4-FFF2-40B4-BE49-F238E27FC236}">
                <a16:creationId xmlns:a16="http://schemas.microsoft.com/office/drawing/2014/main" id="{E3545E50-C91D-34BA-1F7C-3081EFBF60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765" y="2576349"/>
            <a:ext cx="3737194" cy="1062858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rgbClr val="41D0CC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TÍTULO DE INFORMACIÓN</a:t>
            </a:r>
          </a:p>
        </p:txBody>
      </p:sp>
      <p:sp>
        <p:nvSpPr>
          <p:cNvPr id="7" name="Marcador de texto 25">
            <a:extLst>
              <a:ext uri="{FF2B5EF4-FFF2-40B4-BE49-F238E27FC236}">
                <a16:creationId xmlns:a16="http://schemas.microsoft.com/office/drawing/2014/main" id="{D155691D-5E1D-F50E-579E-C38D2F0C44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65" y="3996559"/>
            <a:ext cx="3737194" cy="396765"/>
          </a:xfrm>
        </p:spPr>
        <p:txBody>
          <a:bodyPr>
            <a:noAutofit/>
          </a:bodyPr>
          <a:lstStyle>
            <a:lvl1pPr marL="0" indent="0">
              <a:buNone/>
              <a:defRPr sz="2400" b="0">
                <a:solidFill>
                  <a:srgbClr val="0A848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Contenido de la información</a:t>
            </a:r>
          </a:p>
        </p:txBody>
      </p:sp>
      <p:sp>
        <p:nvSpPr>
          <p:cNvPr id="6" name="Marcador de texto 25">
            <a:extLst>
              <a:ext uri="{FF2B5EF4-FFF2-40B4-BE49-F238E27FC236}">
                <a16:creationId xmlns:a16="http://schemas.microsoft.com/office/drawing/2014/main" id="{DF3DCDC8-6A4F-9A36-1EE0-36254FC56B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41621" y="1978573"/>
            <a:ext cx="3737194" cy="396765"/>
          </a:xfr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Información adicional</a:t>
            </a:r>
          </a:p>
        </p:txBody>
      </p:sp>
    </p:spTree>
    <p:extLst>
      <p:ext uri="{BB962C8B-B14F-4D97-AF65-F5344CB8AC3E}">
        <p14:creationId xmlns:p14="http://schemas.microsoft.com/office/powerpoint/2010/main" val="266157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cono&#10;&#10;Descripción generada automáticamente">
            <a:extLst>
              <a:ext uri="{FF2B5EF4-FFF2-40B4-BE49-F238E27FC236}">
                <a16:creationId xmlns:a16="http://schemas.microsoft.com/office/drawing/2014/main" id="{ADA0964F-A36B-C343-73DD-AE22C8D61A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25">
            <a:extLst>
              <a:ext uri="{FF2B5EF4-FFF2-40B4-BE49-F238E27FC236}">
                <a16:creationId xmlns:a16="http://schemas.microsoft.com/office/drawing/2014/main" id="{E3545E50-C91D-34BA-1F7C-3081EFBF60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81041" y="1998281"/>
            <a:ext cx="3737194" cy="829002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TÍTULO DE INFORMACIÓN</a:t>
            </a:r>
          </a:p>
        </p:txBody>
      </p:sp>
      <p:sp>
        <p:nvSpPr>
          <p:cNvPr id="7" name="Marcador de texto 25">
            <a:extLst>
              <a:ext uri="{FF2B5EF4-FFF2-40B4-BE49-F238E27FC236}">
                <a16:creationId xmlns:a16="http://schemas.microsoft.com/office/drawing/2014/main" id="{D155691D-5E1D-F50E-579E-C38D2F0C44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1041" y="2908081"/>
            <a:ext cx="3737194" cy="2245273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Contenido de la información</a:t>
            </a:r>
          </a:p>
        </p:txBody>
      </p:sp>
      <p:sp>
        <p:nvSpPr>
          <p:cNvPr id="8" name="Marcador de texto 25">
            <a:extLst>
              <a:ext uri="{FF2B5EF4-FFF2-40B4-BE49-F238E27FC236}">
                <a16:creationId xmlns:a16="http://schemas.microsoft.com/office/drawing/2014/main" id="{902801F7-2ADB-AE28-5AF8-89A8A6AB36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8048" y="1998281"/>
            <a:ext cx="3737194" cy="829002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TÍTULO DE INFORMACIÓN</a:t>
            </a:r>
          </a:p>
        </p:txBody>
      </p:sp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DF2E7B93-10F1-EE66-D9BE-51362716B1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8048" y="2908081"/>
            <a:ext cx="3737194" cy="2245273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2988828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Icono&#10;&#10;Descripción generada automáticamente">
            <a:extLst>
              <a:ext uri="{FF2B5EF4-FFF2-40B4-BE49-F238E27FC236}">
                <a16:creationId xmlns:a16="http://schemas.microsoft.com/office/drawing/2014/main" id="{EF821D83-C33A-0169-FD98-FEB6AC5C41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25">
            <a:extLst>
              <a:ext uri="{FF2B5EF4-FFF2-40B4-BE49-F238E27FC236}">
                <a16:creationId xmlns:a16="http://schemas.microsoft.com/office/drawing/2014/main" id="{E3545E50-C91D-34BA-1F7C-3081EFBF60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96958" y="2019302"/>
            <a:ext cx="3737194" cy="829002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TÍTULO DE INFORMACIÓN</a:t>
            </a:r>
          </a:p>
        </p:txBody>
      </p:sp>
      <p:sp>
        <p:nvSpPr>
          <p:cNvPr id="7" name="Marcador de texto 25">
            <a:extLst>
              <a:ext uri="{FF2B5EF4-FFF2-40B4-BE49-F238E27FC236}">
                <a16:creationId xmlns:a16="http://schemas.microsoft.com/office/drawing/2014/main" id="{D155691D-5E1D-F50E-579E-C38D2F0C44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6958" y="2929102"/>
            <a:ext cx="3737194" cy="2245273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2202107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trón de fondo&#10;&#10;Descripción generada automáticamente">
            <a:extLst>
              <a:ext uri="{FF2B5EF4-FFF2-40B4-BE49-F238E27FC236}">
                <a16:creationId xmlns:a16="http://schemas.microsoft.com/office/drawing/2014/main" id="{1344D9CD-B9C5-DAAE-8183-50BD2ED916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Marcador de texto 25">
            <a:extLst>
              <a:ext uri="{FF2B5EF4-FFF2-40B4-BE49-F238E27FC236}">
                <a16:creationId xmlns:a16="http://schemas.microsoft.com/office/drawing/2014/main" id="{3088970B-CCEB-B807-E42C-0C8166E61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765" y="2576349"/>
            <a:ext cx="3737194" cy="1062858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rgbClr val="41D0CC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TÍTULO DE INFORMACIÓN</a:t>
            </a:r>
          </a:p>
        </p:txBody>
      </p:sp>
      <p:sp>
        <p:nvSpPr>
          <p:cNvPr id="8" name="Marcador de texto 25">
            <a:extLst>
              <a:ext uri="{FF2B5EF4-FFF2-40B4-BE49-F238E27FC236}">
                <a16:creationId xmlns:a16="http://schemas.microsoft.com/office/drawing/2014/main" id="{B7329A4A-26D3-B7A2-0959-13EB240104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65" y="3849414"/>
            <a:ext cx="3737194" cy="396765"/>
          </a:xfrm>
        </p:spPr>
        <p:txBody>
          <a:bodyPr>
            <a:noAutofit/>
          </a:bodyPr>
          <a:lstStyle>
            <a:lvl1pPr marL="0" indent="0">
              <a:buNone/>
              <a:defRPr sz="2400" b="0">
                <a:solidFill>
                  <a:srgbClr val="0A848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33932332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a persona con un traje de color negro&#10;&#10;Descripción generada automáticamente con confianza media">
            <a:extLst>
              <a:ext uri="{FF2B5EF4-FFF2-40B4-BE49-F238E27FC236}">
                <a16:creationId xmlns:a16="http://schemas.microsoft.com/office/drawing/2014/main" id="{C107389A-B00B-FB74-DA7C-78AA7B7177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Marcador de texto 25">
            <a:extLst>
              <a:ext uri="{FF2B5EF4-FFF2-40B4-BE49-F238E27FC236}">
                <a16:creationId xmlns:a16="http://schemas.microsoft.com/office/drawing/2014/main" id="{3088970B-CCEB-B807-E42C-0C8166E61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765" y="2576349"/>
            <a:ext cx="3737194" cy="1062858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rgbClr val="41D0CC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TÍTULO DE INFORMACIÓN</a:t>
            </a:r>
          </a:p>
        </p:txBody>
      </p:sp>
      <p:sp>
        <p:nvSpPr>
          <p:cNvPr id="8" name="Marcador de texto 25">
            <a:extLst>
              <a:ext uri="{FF2B5EF4-FFF2-40B4-BE49-F238E27FC236}">
                <a16:creationId xmlns:a16="http://schemas.microsoft.com/office/drawing/2014/main" id="{B7329A4A-26D3-B7A2-0959-13EB240104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65" y="3849414"/>
            <a:ext cx="3737194" cy="396765"/>
          </a:xfrm>
        </p:spPr>
        <p:txBody>
          <a:bodyPr>
            <a:noAutofit/>
          </a:bodyPr>
          <a:lstStyle>
            <a:lvl1pPr marL="0" indent="0">
              <a:buNone/>
              <a:defRPr sz="2400" b="0">
                <a:solidFill>
                  <a:srgbClr val="0A848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2419486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Texto&#10;&#10;Descripción generada automáticamente">
            <a:extLst>
              <a:ext uri="{FF2B5EF4-FFF2-40B4-BE49-F238E27FC236}">
                <a16:creationId xmlns:a16="http://schemas.microsoft.com/office/drawing/2014/main" id="{B2CF99AD-3CD6-E13D-AD54-67C0CB2CE4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Marcador de texto 25">
            <a:extLst>
              <a:ext uri="{FF2B5EF4-FFF2-40B4-BE49-F238E27FC236}">
                <a16:creationId xmlns:a16="http://schemas.microsoft.com/office/drawing/2014/main" id="{3088970B-CCEB-B807-E42C-0C8166E61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765" y="2576349"/>
            <a:ext cx="3737194" cy="1062858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rgbClr val="FE4140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TÍTULO DE INFORMACIÓN</a:t>
            </a:r>
          </a:p>
        </p:txBody>
      </p:sp>
      <p:sp>
        <p:nvSpPr>
          <p:cNvPr id="8" name="Marcador de texto 25">
            <a:extLst>
              <a:ext uri="{FF2B5EF4-FFF2-40B4-BE49-F238E27FC236}">
                <a16:creationId xmlns:a16="http://schemas.microsoft.com/office/drawing/2014/main" id="{B7329A4A-26D3-B7A2-0959-13EB240104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65" y="3849414"/>
            <a:ext cx="3737194" cy="396765"/>
          </a:xfrm>
        </p:spPr>
        <p:txBody>
          <a:bodyPr>
            <a:noAutofit/>
          </a:bodyPr>
          <a:lstStyle>
            <a:lvl1pPr marL="0" indent="0">
              <a:buNone/>
              <a:defRPr sz="2400" b="0">
                <a:solidFill>
                  <a:srgbClr val="0A848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8006943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hombre, mujer, parado, sostener&#10;&#10;Descripción generada automáticamente">
            <a:extLst>
              <a:ext uri="{FF2B5EF4-FFF2-40B4-BE49-F238E27FC236}">
                <a16:creationId xmlns:a16="http://schemas.microsoft.com/office/drawing/2014/main" id="{7E7FDCF1-B26C-3B35-03FF-B04A5167C9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Marcador de texto 25">
            <a:extLst>
              <a:ext uri="{FF2B5EF4-FFF2-40B4-BE49-F238E27FC236}">
                <a16:creationId xmlns:a16="http://schemas.microsoft.com/office/drawing/2014/main" id="{3088970B-CCEB-B807-E42C-0C8166E61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765" y="2576349"/>
            <a:ext cx="3737194" cy="1062858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rgbClr val="41D0CC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TÍTULO DE INFORMACIÓN</a:t>
            </a:r>
          </a:p>
        </p:txBody>
      </p:sp>
      <p:sp>
        <p:nvSpPr>
          <p:cNvPr id="8" name="Marcador de texto 25">
            <a:extLst>
              <a:ext uri="{FF2B5EF4-FFF2-40B4-BE49-F238E27FC236}">
                <a16:creationId xmlns:a16="http://schemas.microsoft.com/office/drawing/2014/main" id="{B7329A4A-26D3-B7A2-0959-13EB240104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65" y="3849414"/>
            <a:ext cx="3737194" cy="396765"/>
          </a:xfrm>
        </p:spPr>
        <p:txBody>
          <a:bodyPr>
            <a:noAutofit/>
          </a:bodyPr>
          <a:lstStyle>
            <a:lvl1pPr marL="0" indent="0">
              <a:buNone/>
              <a:defRPr sz="2400" b="0">
                <a:solidFill>
                  <a:srgbClr val="0A848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20633197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cono&#10;&#10;Descripción generada automáticamente con confianza media">
            <a:extLst>
              <a:ext uri="{FF2B5EF4-FFF2-40B4-BE49-F238E27FC236}">
                <a16:creationId xmlns:a16="http://schemas.microsoft.com/office/drawing/2014/main" id="{E9830B5B-380E-AC01-1A12-5298518F0C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Marcador de texto 25">
            <a:extLst>
              <a:ext uri="{FF2B5EF4-FFF2-40B4-BE49-F238E27FC236}">
                <a16:creationId xmlns:a16="http://schemas.microsoft.com/office/drawing/2014/main" id="{3088970B-CCEB-B807-E42C-0C8166E61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765" y="2576349"/>
            <a:ext cx="3737194" cy="1062858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rgbClr val="41D0CC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TÍTULO DE INFORMACIÓN</a:t>
            </a:r>
          </a:p>
        </p:txBody>
      </p:sp>
      <p:sp>
        <p:nvSpPr>
          <p:cNvPr id="8" name="Marcador de texto 25">
            <a:extLst>
              <a:ext uri="{FF2B5EF4-FFF2-40B4-BE49-F238E27FC236}">
                <a16:creationId xmlns:a16="http://schemas.microsoft.com/office/drawing/2014/main" id="{B7329A4A-26D3-B7A2-0959-13EB240104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65" y="3849414"/>
            <a:ext cx="3737194" cy="396765"/>
          </a:xfrm>
        </p:spPr>
        <p:txBody>
          <a:bodyPr>
            <a:noAutofit/>
          </a:bodyPr>
          <a:lstStyle>
            <a:lvl1pPr marL="0" indent="0">
              <a:buNone/>
              <a:defRPr sz="2400" b="0">
                <a:solidFill>
                  <a:srgbClr val="0A848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37911091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cono&#10;&#10;Descripción generada automáticamente con confianza media">
            <a:extLst>
              <a:ext uri="{FF2B5EF4-FFF2-40B4-BE49-F238E27FC236}">
                <a16:creationId xmlns:a16="http://schemas.microsoft.com/office/drawing/2014/main" id="{EBFE0750-A0C7-937A-EE7A-A8B6A2814C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Marcador de texto 25">
            <a:extLst>
              <a:ext uri="{FF2B5EF4-FFF2-40B4-BE49-F238E27FC236}">
                <a16:creationId xmlns:a16="http://schemas.microsoft.com/office/drawing/2014/main" id="{3088970B-CCEB-B807-E42C-0C8166E61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765" y="2576349"/>
            <a:ext cx="3737194" cy="1062858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rgbClr val="41D0CC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TÍTULO DE INFORMACIÓN</a:t>
            </a:r>
          </a:p>
        </p:txBody>
      </p:sp>
      <p:sp>
        <p:nvSpPr>
          <p:cNvPr id="8" name="Marcador de texto 25">
            <a:extLst>
              <a:ext uri="{FF2B5EF4-FFF2-40B4-BE49-F238E27FC236}">
                <a16:creationId xmlns:a16="http://schemas.microsoft.com/office/drawing/2014/main" id="{B7329A4A-26D3-B7A2-0959-13EB240104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65" y="3849414"/>
            <a:ext cx="3737194" cy="396765"/>
          </a:xfrm>
        </p:spPr>
        <p:txBody>
          <a:bodyPr>
            <a:noAutofit/>
          </a:bodyPr>
          <a:lstStyle>
            <a:lvl1pPr marL="0" indent="0">
              <a:buNone/>
              <a:defRPr sz="2400" b="0">
                <a:solidFill>
                  <a:srgbClr val="0A848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36461069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Patrón de fondo&#10;&#10;Descripción generada automáticamente">
            <a:extLst>
              <a:ext uri="{FF2B5EF4-FFF2-40B4-BE49-F238E27FC236}">
                <a16:creationId xmlns:a16="http://schemas.microsoft.com/office/drawing/2014/main" id="{CD3163CC-4E9D-074C-3361-799AFB4343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Marcador de texto 25">
            <a:extLst>
              <a:ext uri="{FF2B5EF4-FFF2-40B4-BE49-F238E27FC236}">
                <a16:creationId xmlns:a16="http://schemas.microsoft.com/office/drawing/2014/main" id="{F419EAAC-6E8A-E3C0-9F20-D7A509805F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764" y="2074480"/>
            <a:ext cx="7489387" cy="605658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rgbClr val="41D0CC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TÍTULO DE INFORMACIÓN</a:t>
            </a:r>
          </a:p>
        </p:txBody>
      </p:sp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503A06FA-0FF7-5E25-2151-2B50B1E010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64" y="3032235"/>
            <a:ext cx="10253607" cy="2412124"/>
          </a:xfrm>
        </p:spPr>
        <p:txBody>
          <a:bodyPr>
            <a:noAutofit/>
          </a:bodyPr>
          <a:lstStyle>
            <a:lvl1pPr marL="0" indent="0">
              <a:buNone/>
              <a:defRPr sz="2400" b="0">
                <a:solidFill>
                  <a:srgbClr val="0A848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10862614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s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EAAF3435-C84E-1524-5533-452A31D7C8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Marcador de texto 25">
            <a:extLst>
              <a:ext uri="{FF2B5EF4-FFF2-40B4-BE49-F238E27FC236}">
                <a16:creationId xmlns:a16="http://schemas.microsoft.com/office/drawing/2014/main" id="{3088970B-CCEB-B807-E42C-0C8166E61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27403" y="2897571"/>
            <a:ext cx="3737194" cy="1062858"/>
          </a:xfrm>
        </p:spPr>
        <p:txBody>
          <a:bodyPr>
            <a:normAutofit/>
          </a:bodyPr>
          <a:lstStyle>
            <a:lvl1pPr marL="0" indent="0" algn="ctr">
              <a:buNone/>
              <a:defRPr sz="66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Frase</a:t>
            </a:r>
          </a:p>
        </p:txBody>
      </p:sp>
    </p:spTree>
    <p:extLst>
      <p:ext uri="{BB962C8B-B14F-4D97-AF65-F5344CB8AC3E}">
        <p14:creationId xmlns:p14="http://schemas.microsoft.com/office/powerpoint/2010/main" val="36030755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as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FF93AC67-613D-E1CD-C3E9-5987889FA0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Marcador de texto 25">
            <a:extLst>
              <a:ext uri="{FF2B5EF4-FFF2-40B4-BE49-F238E27FC236}">
                <a16:creationId xmlns:a16="http://schemas.microsoft.com/office/drawing/2014/main" id="{3088970B-CCEB-B807-E42C-0C8166E61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5623" y="2897570"/>
            <a:ext cx="3539743" cy="1432691"/>
          </a:xfrm>
        </p:spPr>
        <p:txBody>
          <a:bodyPr>
            <a:noAutofit/>
          </a:bodyPr>
          <a:lstStyle>
            <a:lvl1pPr marL="0" indent="0" algn="l">
              <a:buNone/>
              <a:defRPr sz="48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Frase importante</a:t>
            </a:r>
          </a:p>
        </p:txBody>
      </p:sp>
    </p:spTree>
    <p:extLst>
      <p:ext uri="{BB962C8B-B14F-4D97-AF65-F5344CB8AC3E}">
        <p14:creationId xmlns:p14="http://schemas.microsoft.com/office/powerpoint/2010/main" val="42769562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s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Texto&#10;&#10;Descripción generada automáticamente">
            <a:extLst>
              <a:ext uri="{FF2B5EF4-FFF2-40B4-BE49-F238E27FC236}">
                <a16:creationId xmlns:a16="http://schemas.microsoft.com/office/drawing/2014/main" id="{CF967C53-AB70-5CBF-053D-55C011A7D8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Marcador de texto 25">
            <a:extLst>
              <a:ext uri="{FF2B5EF4-FFF2-40B4-BE49-F238E27FC236}">
                <a16:creationId xmlns:a16="http://schemas.microsoft.com/office/drawing/2014/main" id="{3088970B-CCEB-B807-E42C-0C8166E61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71209" y="2061342"/>
            <a:ext cx="3539743" cy="2752396"/>
          </a:xfrm>
        </p:spPr>
        <p:txBody>
          <a:bodyPr>
            <a:noAutofit/>
          </a:bodyPr>
          <a:lstStyle>
            <a:lvl1pPr marL="0" indent="0" algn="l">
              <a:buNone/>
              <a:defRPr sz="4400" b="0">
                <a:solidFill>
                  <a:srgbClr val="0A848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Frase importante</a:t>
            </a:r>
          </a:p>
        </p:txBody>
      </p:sp>
    </p:spTree>
    <p:extLst>
      <p:ext uri="{BB962C8B-B14F-4D97-AF65-F5344CB8AC3E}">
        <p14:creationId xmlns:p14="http://schemas.microsoft.com/office/powerpoint/2010/main" val="29610635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s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cono, Flecha&#10;&#10;Descripción generada automáticamente con confianza media">
            <a:extLst>
              <a:ext uri="{FF2B5EF4-FFF2-40B4-BE49-F238E27FC236}">
                <a16:creationId xmlns:a16="http://schemas.microsoft.com/office/drawing/2014/main" id="{0C1218A9-234E-A381-F78E-5A62D6C3CB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Marcador de texto 25">
            <a:extLst>
              <a:ext uri="{FF2B5EF4-FFF2-40B4-BE49-F238E27FC236}">
                <a16:creationId xmlns:a16="http://schemas.microsoft.com/office/drawing/2014/main" id="{3088970B-CCEB-B807-E42C-0C8166E61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37360" y="2762250"/>
            <a:ext cx="3539743" cy="1333499"/>
          </a:xfrm>
        </p:spPr>
        <p:txBody>
          <a:bodyPr>
            <a:noAutofit/>
          </a:bodyPr>
          <a:lstStyle>
            <a:lvl1pPr marL="0" indent="0" algn="l">
              <a:buNone/>
              <a:defRPr sz="4400" b="0">
                <a:solidFill>
                  <a:srgbClr val="41D0CC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Frase importante</a:t>
            </a:r>
          </a:p>
        </p:txBody>
      </p:sp>
    </p:spTree>
    <p:extLst>
      <p:ext uri="{BB962C8B-B14F-4D97-AF65-F5344CB8AC3E}">
        <p14:creationId xmlns:p14="http://schemas.microsoft.com/office/powerpoint/2010/main" val="36892087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s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cono&#10;&#10;Descripción generada automáticamente">
            <a:extLst>
              <a:ext uri="{FF2B5EF4-FFF2-40B4-BE49-F238E27FC236}">
                <a16:creationId xmlns:a16="http://schemas.microsoft.com/office/drawing/2014/main" id="{1E95DF27-490A-1B12-4985-3FBAB16A83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Marcador de texto 25">
            <a:extLst>
              <a:ext uri="{FF2B5EF4-FFF2-40B4-BE49-F238E27FC236}">
                <a16:creationId xmlns:a16="http://schemas.microsoft.com/office/drawing/2014/main" id="{3088970B-CCEB-B807-E42C-0C8166E61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34022" y="2095501"/>
            <a:ext cx="4822006" cy="3128140"/>
          </a:xfrm>
        </p:spPr>
        <p:txBody>
          <a:bodyPr>
            <a:noAutofit/>
          </a:bodyPr>
          <a:lstStyle>
            <a:lvl1pPr marL="0" indent="0" algn="l">
              <a:buNone/>
              <a:defRPr sz="4400" b="0">
                <a:solidFill>
                  <a:srgbClr val="41D0CC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Frase importante</a:t>
            </a:r>
          </a:p>
        </p:txBody>
      </p:sp>
    </p:spTree>
    <p:extLst>
      <p:ext uri="{BB962C8B-B14F-4D97-AF65-F5344CB8AC3E}">
        <p14:creationId xmlns:p14="http://schemas.microsoft.com/office/powerpoint/2010/main" val="7200706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s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Aplicación&#10;&#10;Descripción generada automáticamente">
            <a:extLst>
              <a:ext uri="{FF2B5EF4-FFF2-40B4-BE49-F238E27FC236}">
                <a16:creationId xmlns:a16="http://schemas.microsoft.com/office/drawing/2014/main" id="{A07DF2EA-CEF3-3D7E-84B0-81AAE8C04B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Marcador de texto 25">
            <a:extLst>
              <a:ext uri="{FF2B5EF4-FFF2-40B4-BE49-F238E27FC236}">
                <a16:creationId xmlns:a16="http://schemas.microsoft.com/office/drawing/2014/main" id="{3088970B-CCEB-B807-E42C-0C8166E61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23540" y="3062655"/>
            <a:ext cx="3470030" cy="1843453"/>
          </a:xfrm>
        </p:spPr>
        <p:txBody>
          <a:bodyPr>
            <a:noAutofit/>
          </a:bodyPr>
          <a:lstStyle>
            <a:lvl1pPr marL="0" indent="0" algn="l">
              <a:buNone/>
              <a:defRPr sz="54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Frase importante</a:t>
            </a:r>
          </a:p>
        </p:txBody>
      </p:sp>
    </p:spTree>
    <p:extLst>
      <p:ext uri="{BB962C8B-B14F-4D97-AF65-F5344CB8AC3E}">
        <p14:creationId xmlns:p14="http://schemas.microsoft.com/office/powerpoint/2010/main" val="5345240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 letrero verde con letras blancas&#10;&#10;Descripción generada automáticamente con confianza media">
            <a:extLst>
              <a:ext uri="{FF2B5EF4-FFF2-40B4-BE49-F238E27FC236}">
                <a16:creationId xmlns:a16="http://schemas.microsoft.com/office/drawing/2014/main" id="{6DCEEE89-85C6-BE94-2547-0A8844B6C1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Marcador de texto 25">
            <a:extLst>
              <a:ext uri="{FF2B5EF4-FFF2-40B4-BE49-F238E27FC236}">
                <a16:creationId xmlns:a16="http://schemas.microsoft.com/office/drawing/2014/main" id="{3088970B-CCEB-B807-E42C-0C8166E61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4997" y="2837138"/>
            <a:ext cx="4822006" cy="883526"/>
          </a:xfrm>
        </p:spPr>
        <p:txBody>
          <a:bodyPr>
            <a:noAutofit/>
          </a:bodyPr>
          <a:lstStyle>
            <a:lvl1pPr marL="0" indent="0" algn="ctr">
              <a:buNone/>
              <a:defRPr sz="6000" b="0">
                <a:solidFill>
                  <a:srgbClr val="41D0CC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¡GRACIAS!</a:t>
            </a:r>
          </a:p>
        </p:txBody>
      </p:sp>
      <p:sp>
        <p:nvSpPr>
          <p:cNvPr id="5" name="Marcador de texto 25">
            <a:extLst>
              <a:ext uri="{FF2B5EF4-FFF2-40B4-BE49-F238E27FC236}">
                <a16:creationId xmlns:a16="http://schemas.microsoft.com/office/drawing/2014/main" id="{23754129-C5AE-E910-9DD3-35866F16F2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4997" y="3785696"/>
            <a:ext cx="4822006" cy="326477"/>
          </a:xfrm>
        </p:spPr>
        <p:txBody>
          <a:bodyPr>
            <a:noAutofit/>
          </a:bodyPr>
          <a:lstStyle>
            <a:lvl1pPr marL="0" indent="0" algn="ctr">
              <a:buNone/>
              <a:defRPr sz="24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2814082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firmar, señal, verde, hombre&#10;&#10;Descripción generada automáticamente">
            <a:extLst>
              <a:ext uri="{FF2B5EF4-FFF2-40B4-BE49-F238E27FC236}">
                <a16:creationId xmlns:a16="http://schemas.microsoft.com/office/drawing/2014/main" id="{4794F4D1-EBEA-4F12-75A5-741AA4164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Marcador de texto 25">
            <a:extLst>
              <a:ext uri="{FF2B5EF4-FFF2-40B4-BE49-F238E27FC236}">
                <a16:creationId xmlns:a16="http://schemas.microsoft.com/office/drawing/2014/main" id="{3088970B-CCEB-B807-E42C-0C8166E61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9755" y="3099897"/>
            <a:ext cx="4822006" cy="883526"/>
          </a:xfrm>
        </p:spPr>
        <p:txBody>
          <a:bodyPr>
            <a:noAutofit/>
          </a:bodyPr>
          <a:lstStyle>
            <a:lvl1pPr marL="0" indent="0" algn="l">
              <a:buNone/>
              <a:defRPr sz="5400" b="0">
                <a:solidFill>
                  <a:srgbClr val="41D0CC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¡GRACIAS!</a:t>
            </a:r>
          </a:p>
        </p:txBody>
      </p:sp>
      <p:sp>
        <p:nvSpPr>
          <p:cNvPr id="5" name="Marcador de texto 25">
            <a:extLst>
              <a:ext uri="{FF2B5EF4-FFF2-40B4-BE49-F238E27FC236}">
                <a16:creationId xmlns:a16="http://schemas.microsoft.com/office/drawing/2014/main" id="{23754129-C5AE-E910-9DD3-35866F16F2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9755" y="3983423"/>
            <a:ext cx="4822006" cy="326477"/>
          </a:xfrm>
        </p:spPr>
        <p:txBody>
          <a:bodyPr>
            <a:no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r>
              <a:rPr lang="es-ES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22344142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3056A5-9ECD-0975-4535-8119698AC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2A86C8-C35F-FE70-52DF-EE3C0B22E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9749FF-0171-43FF-61CE-5F1A246E7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3081-E3A7-4DBC-9377-5787F78B1D43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176ADA-0384-9E57-D698-1AC9D56B2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C49DA3-7F33-EDA1-E865-9C03F8AE0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37021-B410-4C8E-B6F2-7C39DB094B3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403004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6869E3-1660-CEC4-608F-5C5F9474C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E41B46-6AFB-A436-463B-B6933F6C6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7C91FA-F151-3A87-24A3-ADFB5C361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3081-E3A7-4DBC-9377-5787F78B1D43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0F6FF1-1C0B-C6BC-5CD0-29BE2700E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5EE302-74C1-ABF5-12B1-7F22C50E3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37021-B410-4C8E-B6F2-7C39DB094B3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641065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5334D-5CF4-4B10-39BE-8FEF83300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6A0E2D-BFD3-C3EC-453E-95AFCBA45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89F934-D555-4D67-5AD3-989F015AA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3081-E3A7-4DBC-9377-5787F78B1D43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579F39-A581-4CD0-934D-8ED152191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2F9238-B649-0F77-6484-B1B2A537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37021-B410-4C8E-B6F2-7C39DB094B3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165537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83B5F-15C0-2880-C3B4-A03AE9C57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B13466-CA4C-087D-6699-C9D6AE5D90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C0DBF8-F4DC-A807-2446-82E3DF5D6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BC58A6-35D3-C754-3BE8-30080B982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3081-E3A7-4DBC-9377-5787F78B1D43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5E22C9-F7E5-172D-D709-A5F91D46F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3668AA-15B1-5BFA-3AF6-8CD943579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37021-B410-4C8E-B6F2-7C39DB094B3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14697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AF0F1E-3128-0EAD-F918-60D5ED0D0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B98639-0138-1099-C3DF-4E4C8B2E7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658CFF-3879-F878-1C5E-9428DC8D2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B8DC0EB-8897-741A-6734-B2A1C950B1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526C7BE-5CDB-D763-FAC6-98B9835070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9A2FF04-8477-CC25-46E2-005FBE33B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3081-E3A7-4DBC-9377-5787F78B1D43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7CDADE1-C08D-C6CD-E362-DEB0BCB9E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8CEB344-D6D9-AE9E-243D-67177AF53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37021-B410-4C8E-B6F2-7C39DB094B3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59909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A43AF-F5FE-1905-2DAF-47359CBC0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511055F-7CCF-EA32-468F-0CAB584B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3081-E3A7-4DBC-9377-5787F78B1D43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5B1303-84CD-1CF5-0A24-84A3BA2ED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E387FCD-3812-4531-7C27-AED9377D1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37021-B410-4C8E-B6F2-7C39DB094B3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496169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DA8E7E0-305F-6647-7211-0AB3F6E97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3081-E3A7-4DBC-9377-5787F78B1D43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2EDC74-3B30-8F20-1F72-00DB7E1C2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C7C7CE-37C2-5A0F-E0DA-82C9C334F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37021-B410-4C8E-B6F2-7C39DB094B3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79184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A94F0-AE21-6F6C-7C4A-7F0CFF92E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7628D9-D560-811A-FAD4-4DFB283DC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A99576D-36E0-567C-AC74-49DE35C86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4D5BDC0-F753-07FD-0803-4AEFEA830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3081-E3A7-4DBC-9377-5787F78B1D43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C1D8F9-5BE8-4D3C-5EBB-DE83FF3C8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2989876-68E7-D521-3E77-EB4507AAA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37021-B410-4C8E-B6F2-7C39DB094B3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352854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AB6809-413C-7C69-BCAB-320B8E72C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BFD2260-E516-9E8A-1868-663FADA304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610153-D7E0-95E1-FD40-5E72BEB3E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F45394-5E9E-87FE-F647-7E2A94C44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3081-E3A7-4DBC-9377-5787F78B1D43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3B97DC-9E89-AB1A-D684-497722F1E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906CE1-3DB8-0D51-6F6A-D9820D25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37021-B410-4C8E-B6F2-7C39DB094B3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445261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4158F9-9E11-353C-BDF6-F41F72E28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FB0BDAA-F7E1-966E-D8F1-71D354797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5D40A5-D93A-9EF2-4690-5C1FDBE58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3081-E3A7-4DBC-9377-5787F78B1D43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F6FE24-B9FC-E13C-7045-F88FB231D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140735-3178-1B16-1D48-9D5736F3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37021-B410-4C8E-B6F2-7C39DB094B3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673393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4B4C35E-2443-FCFA-D61D-A283B05985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7F0C4E-3EE2-E0A6-5B5A-ED1477A88C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AE7614-EC84-C48D-AC78-D0C7A735A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3081-E3A7-4DBC-9377-5787F78B1D43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C04CF0-9E75-90CE-8CA6-F4B731F42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B34125-1B27-CA23-A7C0-8D4E805C9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37021-B410-4C8E-B6F2-7C39DB094B3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04426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113D83C-2CF2-9B2C-95C1-13F4702D8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085FCB-0D2C-1805-21E0-101744DAB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5822B3-0AE9-EC61-0E20-A4A8A118E2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03081-E3A7-4DBC-9377-5787F78B1D43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9BF090-F92C-6F08-70BE-27F49F6FF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4B9F9D-09B9-3359-95B6-1CDD2C976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37021-B410-4C8E-B6F2-7C39DB094B3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3417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8" r:id="rId7"/>
    <p:sldLayoutId id="2147483667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83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6" r:id="rId24"/>
    <p:sldLayoutId id="2147483684" r:id="rId25"/>
    <p:sldLayoutId id="2147483685" r:id="rId26"/>
    <p:sldLayoutId id="2147483649" r:id="rId27"/>
    <p:sldLayoutId id="2147483650" r:id="rId28"/>
    <p:sldLayoutId id="2147483651" r:id="rId29"/>
    <p:sldLayoutId id="2147483652" r:id="rId30"/>
    <p:sldLayoutId id="2147483653" r:id="rId31"/>
    <p:sldLayoutId id="2147483654" r:id="rId32"/>
    <p:sldLayoutId id="2147483655" r:id="rId33"/>
    <p:sldLayoutId id="2147483656" r:id="rId34"/>
    <p:sldLayoutId id="2147483657" r:id="rId35"/>
    <p:sldLayoutId id="2147483658" r:id="rId36"/>
    <p:sldLayoutId id="2147483659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9582BA3-B0C4-A7B2-711C-9AA049A754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Data Lifecycle &amp; Data Chain</a:t>
            </a:r>
            <a:endParaRPr lang="es-PE" dirty="0"/>
          </a:p>
          <a:p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C0AEAF-9FE9-0A61-CB36-BB178CB61E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764" y="3849414"/>
            <a:ext cx="4227809" cy="396765"/>
          </a:xfrm>
        </p:spPr>
        <p:txBody>
          <a:bodyPr/>
          <a:lstStyle/>
          <a:p>
            <a:r>
              <a:rPr lang="es-ES" dirty="0"/>
              <a:t>Influencia en el diseño del DMA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151572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2547D-5997-5249-5957-02D814992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2682861D-B9BF-93D5-EC5C-665D0E722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442" y="128127"/>
            <a:ext cx="6735115" cy="660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742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39399E-72D0-25CF-6D70-D418C85152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" dirty="0"/>
              <a:t>¿Qué es el ciclo de vida de los datos?</a:t>
            </a:r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F9273F-109E-4FBB-07FB-90A86F0556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Conjunto de procesos que mueven y transforman la data desde el momento de la creación hasta el momento de su archivado o destrucción.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53386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7C417-E46F-B255-5E28-05290E1C8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A2C918-F05A-AAD8-3EAD-2F6DFF7B42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2598" y="1110812"/>
            <a:ext cx="7489387" cy="605658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Data Lifecycle </a:t>
            </a:r>
            <a:r>
              <a:rPr lang="es-ES" dirty="0" err="1"/>
              <a:t>Model</a:t>
            </a:r>
            <a:endParaRPr lang="es-PE" dirty="0"/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E339119-8680-B262-CBC9-A9D46DCCBB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5071970"/>
              </p:ext>
            </p:extLst>
          </p:nvPr>
        </p:nvGraphicFramePr>
        <p:xfrm>
          <a:off x="0" y="3060567"/>
          <a:ext cx="12192000" cy="1682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388EBF60-3144-1C8E-79D2-023F5133091A}"/>
              </a:ext>
            </a:extLst>
          </p:cNvPr>
          <p:cNvSpPr/>
          <p:nvPr/>
        </p:nvSpPr>
        <p:spPr>
          <a:xfrm>
            <a:off x="8997351" y="1994325"/>
            <a:ext cx="1492370" cy="484703"/>
          </a:xfrm>
          <a:prstGeom prst="rect">
            <a:avLst/>
          </a:prstGeom>
          <a:solidFill>
            <a:srgbClr val="0A848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Stakeholder</a:t>
            </a:r>
            <a:r>
              <a:rPr lang="es-ES" dirty="0"/>
              <a:t> / Cliente</a:t>
            </a:r>
            <a:endParaRPr lang="es-PE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C06EBC8-6211-66A6-7C47-E993DF85F936}"/>
              </a:ext>
            </a:extLst>
          </p:cNvPr>
          <p:cNvSpPr/>
          <p:nvPr/>
        </p:nvSpPr>
        <p:spPr>
          <a:xfrm>
            <a:off x="112143" y="2612831"/>
            <a:ext cx="11938959" cy="484703"/>
          </a:xfrm>
          <a:prstGeom prst="rect">
            <a:avLst/>
          </a:prstGeom>
          <a:solidFill>
            <a:srgbClr val="0A848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Propuesta de valor de datos (gestión): productos y servicios de datos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7AC7E4A-9158-A24D-B489-C3128AEFF577}"/>
              </a:ext>
            </a:extLst>
          </p:cNvPr>
          <p:cNvSpPr/>
          <p:nvPr/>
        </p:nvSpPr>
        <p:spPr>
          <a:xfrm>
            <a:off x="112144" y="4651421"/>
            <a:ext cx="7392838" cy="484703"/>
          </a:xfrm>
          <a:prstGeom prst="rect">
            <a:avLst/>
          </a:prstGeom>
          <a:solidFill>
            <a:srgbClr val="41D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Data</a:t>
            </a:r>
            <a:endParaRPr lang="es-PE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E9FA386-DAAA-264E-8510-F1A8AD9D72AF}"/>
              </a:ext>
            </a:extLst>
          </p:cNvPr>
          <p:cNvSpPr/>
          <p:nvPr/>
        </p:nvSpPr>
        <p:spPr>
          <a:xfrm>
            <a:off x="7651629" y="5364538"/>
            <a:ext cx="2602301" cy="484703"/>
          </a:xfrm>
          <a:prstGeom prst="rect">
            <a:avLst/>
          </a:prstGeom>
          <a:solidFill>
            <a:srgbClr val="41D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Información</a:t>
            </a:r>
            <a:endParaRPr lang="es-PE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D7F516F-4B49-5127-0059-1818FE2F4738}"/>
              </a:ext>
            </a:extLst>
          </p:cNvPr>
          <p:cNvSpPr/>
          <p:nvPr/>
        </p:nvSpPr>
        <p:spPr>
          <a:xfrm>
            <a:off x="10558732" y="4651420"/>
            <a:ext cx="1521124" cy="484703"/>
          </a:xfrm>
          <a:prstGeom prst="rect">
            <a:avLst/>
          </a:prstGeom>
          <a:solidFill>
            <a:srgbClr val="41D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Data / Información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562411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551FCB4-BE3D-CAA2-5E2E-5B54486793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2764" y="2540304"/>
            <a:ext cx="7489387" cy="605658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Paso 1: Recopilar requerimientos 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DF7A8E-0729-EA45-3C53-2FECE607C7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764" y="3498059"/>
            <a:ext cx="10253607" cy="241212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Se requiere nueva información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Usuarios de negocio identifican estos requerimientos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Recopilación de requerimientos de información precede a la compilación de requerimientos de data.</a:t>
            </a:r>
            <a:endParaRPr lang="es-PE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C1A03641-0B01-D289-7707-A92CF39CD7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7028493"/>
              </p:ext>
            </p:extLst>
          </p:nvPr>
        </p:nvGraphicFramePr>
        <p:xfrm>
          <a:off x="0" y="881307"/>
          <a:ext cx="12192000" cy="1682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6428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298DA-02E4-7A51-F7DF-7D77593E5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E2D5EA2-1D6D-65AD-3E88-7F7A4243CA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2764" y="2540304"/>
            <a:ext cx="7489387" cy="60565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s-ES" dirty="0"/>
              <a:t>Paso 2: Modelar, d</a:t>
            </a:r>
            <a:r>
              <a:rPr lang="es-PE" dirty="0"/>
              <a:t>escribir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50ECA7-C1F6-D558-CE69-37BB2649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764" y="3498059"/>
            <a:ext cx="10253607" cy="241212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Izipay debe describir la información y los datos usando el data </a:t>
            </a:r>
            <a:r>
              <a:rPr lang="es-ES" dirty="0" err="1"/>
              <a:t>model</a:t>
            </a:r>
            <a:r>
              <a:rPr lang="es-E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Data </a:t>
            </a:r>
            <a:r>
              <a:rPr lang="es-ES" dirty="0" err="1"/>
              <a:t>model</a:t>
            </a:r>
            <a:r>
              <a:rPr lang="es-ES" dirty="0"/>
              <a:t> provee definiciones y descripciones.</a:t>
            </a:r>
            <a:endParaRPr lang="es-PE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0EAA790-D858-1FE2-B69F-EA371CC92F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7522269"/>
              </p:ext>
            </p:extLst>
          </p:nvPr>
        </p:nvGraphicFramePr>
        <p:xfrm>
          <a:off x="0" y="881307"/>
          <a:ext cx="12192000" cy="1682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0254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9D36A-22FF-93E3-05AE-FDDD0FCC6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5136E18-5EBC-0A10-6CEC-EDE9AAC0BB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2764" y="2540304"/>
            <a:ext cx="7489387" cy="60565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s-ES" dirty="0"/>
              <a:t>Paso 3: Crear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AFA2A3-C299-5C79-E432-8B1396B929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764" y="3498059"/>
            <a:ext cx="10253607" cy="241212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Izipay identifica si los datos requeridos existen o si estos deben ser creados o adquiridos.</a:t>
            </a:r>
            <a:endParaRPr lang="es-PE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7BB1D401-60BE-F8A0-FA12-7A25A2A8E7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6720838"/>
              </p:ext>
            </p:extLst>
          </p:nvPr>
        </p:nvGraphicFramePr>
        <p:xfrm>
          <a:off x="0" y="881307"/>
          <a:ext cx="12192000" cy="1682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9198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15CCB-6BD7-47DD-CA35-FD7599998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2A28F95-6EA3-E558-265D-081F61D594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2764" y="2540304"/>
            <a:ext cx="7489387" cy="60565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s-ES" dirty="0"/>
              <a:t>Paso 4: Mapear, v</a:t>
            </a:r>
            <a:r>
              <a:rPr lang="es-PE" dirty="0" err="1"/>
              <a:t>alidar</a:t>
            </a:r>
            <a:r>
              <a:rPr lang="es-PE" dirty="0"/>
              <a:t>, preparar</a:t>
            </a:r>
          </a:p>
          <a:p>
            <a:pPr lvl="0"/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2EEB54-2C2A-8126-FBF2-78E74966E4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764" y="3498059"/>
            <a:ext cx="10253607" cy="241212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Este paso se repite múltiples veces en la cadena de datos.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Para habilitar datos entre distintos repositorios, modelos de datos o diferentes bases de datos debe realizarse un mapeo.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La data debe ser validad y preparada para su posterior procesamiento.</a:t>
            </a:r>
            <a:endParaRPr lang="es-PE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6BFDD9F-B7E9-607F-7E60-8247B9742A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1267242"/>
              </p:ext>
            </p:extLst>
          </p:nvPr>
        </p:nvGraphicFramePr>
        <p:xfrm>
          <a:off x="0" y="881307"/>
          <a:ext cx="12192000" cy="1682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5285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81378-2D2C-5BA1-DCB1-E649C605A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FA9327D-C059-BB05-EC40-5F2CBB0B57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2764" y="2540304"/>
            <a:ext cx="7489387" cy="605658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s-ES" dirty="0"/>
              <a:t>Paso 5: Mover, t</a:t>
            </a:r>
            <a:r>
              <a:rPr lang="es-PE" dirty="0" err="1"/>
              <a:t>ransformar</a:t>
            </a:r>
            <a:r>
              <a:rPr lang="es-PE" dirty="0"/>
              <a:t>, integrar, agregar</a:t>
            </a:r>
          </a:p>
          <a:p>
            <a:pPr lvl="0"/>
            <a:endParaRPr lang="es-PE" dirty="0"/>
          </a:p>
          <a:p>
            <a:pPr lvl="0"/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23DAF5-2FF8-CCF1-22EE-4400543ED9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764" y="3498059"/>
            <a:ext cx="10253607" cy="241212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Operaciones de movimiento de datos, transformación, integración, agregación,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Estas operaciones son realizadas muchas veces a lo largo del data </a:t>
            </a:r>
            <a:r>
              <a:rPr lang="es-ES" dirty="0" err="1"/>
              <a:t>chain</a:t>
            </a:r>
            <a:r>
              <a:rPr lang="es-ES" dirty="0"/>
              <a:t> en distintas bases de datos, aplicaciones, </a:t>
            </a:r>
            <a:r>
              <a:rPr lang="es-ES" dirty="0" err="1"/>
              <a:t>ETLs</a:t>
            </a:r>
            <a:r>
              <a:rPr lang="es-ES" dirty="0"/>
              <a:t>, etc.</a:t>
            </a:r>
            <a:endParaRPr lang="es-PE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E76751DE-459C-EDA6-0C6A-D04EC36FC5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3503328"/>
              </p:ext>
            </p:extLst>
          </p:nvPr>
        </p:nvGraphicFramePr>
        <p:xfrm>
          <a:off x="0" y="881307"/>
          <a:ext cx="12192000" cy="1682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1268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9C843-0269-BADF-E04B-A949E8D47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6799135-E964-0E96-6EBB-A7EB20481E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2764" y="2540304"/>
            <a:ext cx="7489387" cy="605658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s-ES" dirty="0"/>
              <a:t>Paso 6: Validar, c</a:t>
            </a:r>
            <a:r>
              <a:rPr lang="es-PE" dirty="0" err="1"/>
              <a:t>ompartir</a:t>
            </a:r>
            <a:r>
              <a:rPr lang="es-PE" dirty="0"/>
              <a:t>, entregar</a:t>
            </a:r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4A11A6-B4A2-2F2F-5C3A-CE800AF85C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764" y="3498059"/>
            <a:ext cx="10253607" cy="241212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Los datos e información deben ser validados, distribuidos y compartidos después de su procesamiento.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FACBAD83-5687-BEE2-B65D-83EF9A4965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4107308"/>
              </p:ext>
            </p:extLst>
          </p:nvPr>
        </p:nvGraphicFramePr>
        <p:xfrm>
          <a:off x="0" y="881307"/>
          <a:ext cx="12192000" cy="1682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2120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78A9D-C003-85C1-E607-73CCDE537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998DF9D-A7EC-491E-4F90-AD9A6118BE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2764" y="2540304"/>
            <a:ext cx="7489387" cy="60565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s-ES" dirty="0"/>
              <a:t>Paso 7: Analizar, u</a:t>
            </a:r>
            <a:r>
              <a:rPr lang="es-PE" dirty="0" err="1"/>
              <a:t>sar</a:t>
            </a:r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4E60EF-1DA8-F2D7-3283-8B9F1050E3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764" y="3498059"/>
            <a:ext cx="10253607" cy="241212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Usuarios finales comienzan el proceso de análisis, visualización, comenzar a utilizar la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Nueva información y requerimientos de data pueden aparecer.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43D76B79-47D0-4520-4B1E-9A09703E27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0217851"/>
              </p:ext>
            </p:extLst>
          </p:nvPr>
        </p:nvGraphicFramePr>
        <p:xfrm>
          <a:off x="0" y="881307"/>
          <a:ext cx="12192000" cy="1682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3178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B2F65-DA32-C154-65CF-012E5A67D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2B665F7-C205-F6DE-37E3-37D5DE3CAA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2764" y="2540304"/>
            <a:ext cx="7489387" cy="605658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s-ES" dirty="0"/>
              <a:t>Paso 8: Almacenar, a</a:t>
            </a:r>
            <a:r>
              <a:rPr lang="es-PE" dirty="0" err="1"/>
              <a:t>rchivar</a:t>
            </a:r>
            <a:r>
              <a:rPr lang="es-PE" dirty="0"/>
              <a:t>, eliminar</a:t>
            </a:r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F8DA9F-B988-C427-DAA0-1DFCCC9659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764" y="3498059"/>
            <a:ext cx="10253607" cy="241212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Tanto data como información debe ser almacenada, archivada y eliminada de acuerdo a los requisitos de retención.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7480EB43-43AC-E2F2-27B5-EBDFAD84CC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1839141"/>
              </p:ext>
            </p:extLst>
          </p:nvPr>
        </p:nvGraphicFramePr>
        <p:xfrm>
          <a:off x="0" y="881307"/>
          <a:ext cx="12192000" cy="1682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3006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724EE-E0AB-C4BA-B2FF-0634CFC18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D4736B-9E74-3BB0-3D67-FF352D5A2A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2598" y="1110812"/>
            <a:ext cx="9947123" cy="605658"/>
          </a:xfrm>
        </p:spPr>
        <p:txBody>
          <a:bodyPr>
            <a:normAutofit fontScale="77500" lnSpcReduction="20000"/>
          </a:bodyPr>
          <a:lstStyle/>
          <a:p>
            <a:r>
              <a:rPr lang="es-ES" dirty="0"/>
              <a:t>Relación entre data </a:t>
            </a:r>
            <a:r>
              <a:rPr lang="es-ES" dirty="0" err="1"/>
              <a:t>lifecycle</a:t>
            </a:r>
            <a:r>
              <a:rPr lang="es-ES" dirty="0"/>
              <a:t>, data </a:t>
            </a:r>
            <a:r>
              <a:rPr lang="es-ES" dirty="0" err="1"/>
              <a:t>chain</a:t>
            </a:r>
            <a:r>
              <a:rPr lang="es-ES" dirty="0"/>
              <a:t> y data </a:t>
            </a:r>
            <a:r>
              <a:rPr lang="es-ES" dirty="0" err="1"/>
              <a:t>lineage</a:t>
            </a:r>
            <a:endParaRPr lang="es-PE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4EE91A3-58BF-80CA-467C-D5222D41C385}"/>
              </a:ext>
            </a:extLst>
          </p:cNvPr>
          <p:cNvSpPr/>
          <p:nvPr/>
        </p:nvSpPr>
        <p:spPr>
          <a:xfrm>
            <a:off x="2372265" y="2242867"/>
            <a:ext cx="2769079" cy="759125"/>
          </a:xfrm>
          <a:prstGeom prst="roundRect">
            <a:avLst/>
          </a:prstGeom>
          <a:solidFill>
            <a:srgbClr val="41D0CC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Data Lifecycle</a:t>
            </a:r>
            <a:endParaRPr lang="es-PE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CE5587C-7B49-E0C8-DA36-3A987176DF46}"/>
              </a:ext>
            </a:extLst>
          </p:cNvPr>
          <p:cNvSpPr/>
          <p:nvPr/>
        </p:nvSpPr>
        <p:spPr>
          <a:xfrm>
            <a:off x="2372265" y="3539892"/>
            <a:ext cx="2769079" cy="759125"/>
          </a:xfrm>
          <a:prstGeom prst="roundRect">
            <a:avLst/>
          </a:prstGeom>
          <a:solidFill>
            <a:srgbClr val="41D0CC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Data Chain</a:t>
            </a:r>
            <a:endParaRPr lang="es-PE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3D7B26C-0263-0255-F45D-132C9F56B87F}"/>
              </a:ext>
            </a:extLst>
          </p:cNvPr>
          <p:cNvSpPr/>
          <p:nvPr/>
        </p:nvSpPr>
        <p:spPr>
          <a:xfrm>
            <a:off x="2372265" y="4836917"/>
            <a:ext cx="2769079" cy="759125"/>
          </a:xfrm>
          <a:prstGeom prst="roundRect">
            <a:avLst/>
          </a:prstGeom>
          <a:solidFill>
            <a:srgbClr val="41D0CC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Linaje de datos</a:t>
            </a:r>
            <a:endParaRPr lang="es-PE" dirty="0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0CC407E7-344B-0775-5AD8-1E79143EDFAF}"/>
              </a:ext>
            </a:extLst>
          </p:cNvPr>
          <p:cNvCxnSpPr>
            <a:stCxn id="9" idx="0"/>
            <a:endCxn id="4" idx="2"/>
          </p:cNvCxnSpPr>
          <p:nvPr/>
        </p:nvCxnSpPr>
        <p:spPr>
          <a:xfrm flipV="1">
            <a:off x="3756805" y="3001992"/>
            <a:ext cx="0" cy="537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F5DF4A21-806A-5C31-D4A2-3FD58BDE3E9A}"/>
              </a:ext>
            </a:extLst>
          </p:cNvPr>
          <p:cNvCxnSpPr>
            <a:stCxn id="10" idx="0"/>
            <a:endCxn id="9" idx="2"/>
          </p:cNvCxnSpPr>
          <p:nvPr/>
        </p:nvCxnSpPr>
        <p:spPr>
          <a:xfrm flipV="1">
            <a:off x="3756805" y="4299017"/>
            <a:ext cx="0" cy="537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01A85C2-9913-3A4F-748C-56AE86681447}"/>
              </a:ext>
            </a:extLst>
          </p:cNvPr>
          <p:cNvSpPr txBox="1"/>
          <p:nvPr/>
        </p:nvSpPr>
        <p:spPr>
          <a:xfrm>
            <a:off x="3890514" y="3086276"/>
            <a:ext cx="791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realiza</a:t>
            </a:r>
            <a:endParaRPr lang="es-PE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C19AF02-01ED-3469-5BB5-262C1153383D}"/>
              </a:ext>
            </a:extLst>
          </p:cNvPr>
          <p:cNvSpPr txBox="1"/>
          <p:nvPr/>
        </p:nvSpPr>
        <p:spPr>
          <a:xfrm>
            <a:off x="3836880" y="4383301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describe</a:t>
            </a:r>
            <a:endParaRPr lang="es-PE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B7F4CF6-CE38-5EC0-3FE3-95BC7F41E430}"/>
              </a:ext>
            </a:extLst>
          </p:cNvPr>
          <p:cNvSpPr txBox="1"/>
          <p:nvPr/>
        </p:nvSpPr>
        <p:spPr>
          <a:xfrm>
            <a:off x="5516159" y="5031813"/>
            <a:ext cx="2846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Trazabilidad técnica del dato</a:t>
            </a:r>
            <a:endParaRPr lang="es-PE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6A8D9E7-8359-EF6C-2F4D-0D7BD22E15E0}"/>
              </a:ext>
            </a:extLst>
          </p:cNvPr>
          <p:cNvSpPr txBox="1"/>
          <p:nvPr/>
        </p:nvSpPr>
        <p:spPr>
          <a:xfrm>
            <a:off x="5516159" y="3734788"/>
            <a:ext cx="5753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Secuencia de actividades y sistemas que manipulan el dato</a:t>
            </a:r>
            <a:endParaRPr lang="es-PE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13C3A70-8EF0-33D3-4DEE-4A7BDDCAAD9A}"/>
              </a:ext>
            </a:extLst>
          </p:cNvPr>
          <p:cNvSpPr txBox="1"/>
          <p:nvPr/>
        </p:nvSpPr>
        <p:spPr>
          <a:xfrm>
            <a:off x="5516159" y="2437763"/>
            <a:ext cx="434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Recorrido del dato dentro de la organización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45166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CA7FA-1183-E75C-49C6-B9FF16E5C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7EE4ACA-909B-5046-3804-639D317E1B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3368" y="1306727"/>
            <a:ext cx="7489387" cy="60565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s-ES" dirty="0"/>
              <a:t>Output:</a:t>
            </a:r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7CC8CB-FADA-F645-0AED-C4749214C8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3368" y="2083327"/>
            <a:ext cx="10253607" cy="241212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Un modelo de data </a:t>
            </a:r>
            <a:r>
              <a:rPr lang="es-ES" dirty="0" err="1"/>
              <a:t>lifecycle</a:t>
            </a: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Documentar </a:t>
            </a:r>
            <a:r>
              <a:rPr lang="es-ES" dirty="0" err="1"/>
              <a:t>datasets</a:t>
            </a:r>
            <a:r>
              <a:rPr lang="es-ES" dirty="0"/>
              <a:t> y flujo de aplicaciones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Matrices entre las unidades de negocio, aplicaciones y </a:t>
            </a:r>
            <a:r>
              <a:rPr lang="es-ES" dirty="0" err="1"/>
              <a:t>datasets</a:t>
            </a:r>
            <a:r>
              <a:rPr lang="es-E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99776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AC9D-FD36-33F1-C0B1-CCA9C50CC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8E9E683-9FB3-459F-DE72-6B417DF2C1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2764" y="2540304"/>
            <a:ext cx="7489387" cy="605658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Paso 1: Recopilar requerimientos 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ECB8BD-44C6-446D-B779-0EDE467D32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764" y="3498059"/>
            <a:ext cx="10253607" cy="241212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Documentación obligatoria de requerimientos.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Clasificación inicial de datos, clasificar su sensibilidad antes de diseñar.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Aprobación del data </a:t>
            </a:r>
            <a:r>
              <a:rPr lang="es-ES" dirty="0" err="1"/>
              <a:t>owner</a:t>
            </a:r>
            <a:r>
              <a:rPr lang="es-ES" dirty="0"/>
              <a:t>, ningún requerimiento pasa a modelado sin la validación del data </a:t>
            </a:r>
            <a:r>
              <a:rPr lang="es-ES" dirty="0" err="1"/>
              <a:t>owner</a:t>
            </a:r>
            <a:r>
              <a:rPr lang="es-ES" dirty="0"/>
              <a:t> del dominio.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  <a:p>
            <a:r>
              <a:rPr lang="es-ES" dirty="0"/>
              <a:t>*Data </a:t>
            </a:r>
            <a:r>
              <a:rPr lang="es-ES" dirty="0" err="1"/>
              <a:t>owner</a:t>
            </a:r>
            <a:r>
              <a:rPr lang="es-ES" dirty="0"/>
              <a:t> es el dueño de un dominio de datos, es un rol de negocio. Data </a:t>
            </a:r>
            <a:r>
              <a:rPr lang="es-ES" dirty="0" err="1"/>
              <a:t>owner</a:t>
            </a:r>
            <a:r>
              <a:rPr lang="es-ES" dirty="0"/>
              <a:t> decide a diferencia del business data </a:t>
            </a:r>
            <a:r>
              <a:rPr lang="es-ES" dirty="0" err="1"/>
              <a:t>steward</a:t>
            </a:r>
            <a:r>
              <a:rPr lang="es-ES" dirty="0"/>
              <a:t> que ejecuta y opera. 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878BE2C7-40F7-27DA-C674-69433726036B}"/>
              </a:ext>
            </a:extLst>
          </p:cNvPr>
          <p:cNvGraphicFramePr/>
          <p:nvPr/>
        </p:nvGraphicFramePr>
        <p:xfrm>
          <a:off x="0" y="881307"/>
          <a:ext cx="12192000" cy="1682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1969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F34B4-2CE2-7E5A-0B48-0A5B7EB26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1E7563D-25D1-5086-7F80-EAC1A759BC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2764" y="2540304"/>
            <a:ext cx="7489387" cy="60565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s-ES" dirty="0"/>
              <a:t>Paso 2: Modelar, d</a:t>
            </a:r>
            <a:r>
              <a:rPr lang="es-PE" dirty="0"/>
              <a:t>escribir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F6E296-8B03-B764-52D0-1DC99FEC67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764" y="3498059"/>
            <a:ext cx="10253607" cy="241212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Seguir modelo de industria.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Estandarizar uso de datos, para qué campos se usa STRING, FLOAT54, INT,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Data </a:t>
            </a:r>
            <a:r>
              <a:rPr lang="es-ES" dirty="0" err="1"/>
              <a:t>model</a:t>
            </a:r>
            <a:r>
              <a:rPr lang="es-ES" dirty="0"/>
              <a:t> obligatorio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Uso de Google Data </a:t>
            </a:r>
            <a:r>
              <a:rPr lang="es-ES" dirty="0" err="1"/>
              <a:t>Catalog</a:t>
            </a:r>
            <a:r>
              <a:rPr lang="es-ES" dirty="0"/>
              <a:t>.</a:t>
            </a:r>
            <a:endParaRPr lang="es-PE" dirty="0"/>
          </a:p>
          <a:p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PE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F71CD25-0E92-E0AB-AD9C-4C3498B18A47}"/>
              </a:ext>
            </a:extLst>
          </p:cNvPr>
          <p:cNvGraphicFramePr/>
          <p:nvPr/>
        </p:nvGraphicFramePr>
        <p:xfrm>
          <a:off x="0" y="881307"/>
          <a:ext cx="12192000" cy="1682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3319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94889-44A1-7A64-41E4-C40932F00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795704E-4E6F-399C-2025-6598BD40D0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2764" y="2540304"/>
            <a:ext cx="7489387" cy="60565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s-ES" dirty="0"/>
              <a:t>Paso 3: Crear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30F7DC-B1E3-02D0-3842-16C2F32446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764" y="3498059"/>
            <a:ext cx="10253607" cy="241212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creación controlada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</a:t>
            </a:r>
            <a:r>
              <a:rPr lang="es-ES" dirty="0" err="1"/>
              <a:t>versionamiento</a:t>
            </a: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nombre estándar para </a:t>
            </a:r>
            <a:r>
              <a:rPr lang="es-ES" dirty="0" err="1"/>
              <a:t>dataset</a:t>
            </a:r>
            <a:r>
              <a:rPr lang="es-ES" dirty="0"/>
              <a:t> y tablas</a:t>
            </a:r>
            <a:endParaRPr lang="es-PE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84C4EBD8-5EE5-0CB8-BEBB-E68B57C5FDAC}"/>
              </a:ext>
            </a:extLst>
          </p:cNvPr>
          <p:cNvGraphicFramePr/>
          <p:nvPr/>
        </p:nvGraphicFramePr>
        <p:xfrm>
          <a:off x="0" y="881307"/>
          <a:ext cx="12192000" cy="1682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2599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E8FF6-467E-1A19-9190-73950DA4A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57706E8-EA58-6EB8-2EC8-70695F08E2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2764" y="2540304"/>
            <a:ext cx="7489387" cy="60565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s-ES" dirty="0"/>
              <a:t>Paso 4: Mapear, v</a:t>
            </a:r>
            <a:r>
              <a:rPr lang="es-PE" dirty="0" err="1"/>
              <a:t>alidar</a:t>
            </a:r>
            <a:r>
              <a:rPr lang="es-PE" dirty="0"/>
              <a:t>, preparar</a:t>
            </a:r>
          </a:p>
          <a:p>
            <a:pPr lvl="0"/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035613-90B4-BDB9-4B2E-EDF9DC6C08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764" y="3498059"/>
            <a:ext cx="10253607" cy="241212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linaje obligatorio, activar </a:t>
            </a:r>
            <a:r>
              <a:rPr lang="es-ES" dirty="0" err="1"/>
              <a:t>Bigquery</a:t>
            </a:r>
            <a:r>
              <a:rPr lang="es-ES" dirty="0"/>
              <a:t> </a:t>
            </a:r>
            <a:r>
              <a:rPr lang="es-ES" dirty="0" err="1"/>
              <a:t>Lineage</a:t>
            </a: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validación de calidad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mapeo de business </a:t>
            </a:r>
            <a:r>
              <a:rPr lang="es-ES" dirty="0" err="1"/>
              <a:t>glossary</a:t>
            </a:r>
            <a:r>
              <a:rPr lang="es-ES" dirty="0"/>
              <a:t> (Google Data </a:t>
            </a:r>
            <a:r>
              <a:rPr lang="es-ES" dirty="0" err="1"/>
              <a:t>Catalog</a:t>
            </a:r>
            <a:r>
              <a:rPr lang="es-ES" dirty="0"/>
              <a:t>)</a:t>
            </a:r>
            <a:endParaRPr lang="es-PE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FA9D9533-5730-B808-38F3-3052ECEA5ED1}"/>
              </a:ext>
            </a:extLst>
          </p:cNvPr>
          <p:cNvGraphicFramePr/>
          <p:nvPr/>
        </p:nvGraphicFramePr>
        <p:xfrm>
          <a:off x="0" y="881307"/>
          <a:ext cx="12192000" cy="1682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3857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BC3F4-665F-9705-47C5-7C188C63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D4AE1CB-3583-1796-BC9A-B4AA75CC2B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2764" y="2540304"/>
            <a:ext cx="7489387" cy="605658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s-ES" dirty="0"/>
              <a:t>Paso 5: Mover, t</a:t>
            </a:r>
            <a:r>
              <a:rPr lang="es-PE" dirty="0" err="1"/>
              <a:t>ransformar</a:t>
            </a:r>
            <a:r>
              <a:rPr lang="es-PE" dirty="0"/>
              <a:t>, integrar, agregar</a:t>
            </a:r>
          </a:p>
          <a:p>
            <a:pPr lvl="0"/>
            <a:endParaRPr lang="es-PE" dirty="0"/>
          </a:p>
          <a:p>
            <a:pPr lvl="0"/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493F7C-BF61-F832-EDA1-1807F55542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764" y="3498059"/>
            <a:ext cx="10253607" cy="241212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transformaciones controladas (no puede darse en RAW)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trazabilidad (</a:t>
            </a:r>
            <a:r>
              <a:rPr lang="es-ES" dirty="0" err="1"/>
              <a:t>versioning</a:t>
            </a:r>
            <a:r>
              <a:rPr lang="es-ES" dirty="0"/>
              <a:t> obligatorio)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integración segura (enmascaramiento / </a:t>
            </a:r>
            <a:r>
              <a:rPr lang="es-ES" dirty="0" err="1"/>
              <a:t>hashing</a:t>
            </a:r>
            <a:r>
              <a:rPr lang="es-ES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reglas de calidad avanzada</a:t>
            </a:r>
            <a:endParaRPr lang="es-PE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F8B9B5CF-9EA2-BFC3-8572-90C1A5F19DF3}"/>
              </a:ext>
            </a:extLst>
          </p:cNvPr>
          <p:cNvGraphicFramePr/>
          <p:nvPr/>
        </p:nvGraphicFramePr>
        <p:xfrm>
          <a:off x="0" y="881307"/>
          <a:ext cx="12192000" cy="1682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2397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9E492-6697-F756-D9A1-815404328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F33F7636-991B-341D-42FD-90AC248788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2764" y="2540304"/>
            <a:ext cx="7489387" cy="605658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s-ES" dirty="0"/>
              <a:t>Paso 6: Validar, c</a:t>
            </a:r>
            <a:r>
              <a:rPr lang="es-PE" dirty="0" err="1"/>
              <a:t>ompartir</a:t>
            </a:r>
            <a:r>
              <a:rPr lang="es-PE" dirty="0"/>
              <a:t>, entregar</a:t>
            </a:r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4E2CD8-CB08-D241-06D0-914034E97C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764" y="3498059"/>
            <a:ext cx="10253607" cy="241212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certificación de tablas master/business (deben pasar por controles de calidad y linaje).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seguridad por </a:t>
            </a:r>
            <a:r>
              <a:rPr lang="es-ES" dirty="0" err="1"/>
              <a:t>dataset</a:t>
            </a:r>
            <a:r>
              <a:rPr lang="es-ES" dirty="0"/>
              <a:t> del usuario (</a:t>
            </a:r>
            <a:r>
              <a:rPr lang="es-ES" dirty="0" err="1"/>
              <a:t>BigQuery</a:t>
            </a:r>
            <a:r>
              <a:rPr lang="es-ES" dirty="0"/>
              <a:t> </a:t>
            </a:r>
            <a:r>
              <a:rPr lang="es-ES" dirty="0" err="1"/>
              <a:t>Authorized</a:t>
            </a:r>
            <a:r>
              <a:rPr lang="es-ES" dirty="0"/>
              <a:t> </a:t>
            </a:r>
            <a:r>
              <a:rPr lang="es-ES" dirty="0" err="1"/>
              <a:t>Views</a:t>
            </a:r>
            <a:r>
              <a:rPr lang="es-ES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accesos mínimos (</a:t>
            </a:r>
            <a:r>
              <a:rPr lang="es-ES" dirty="0" err="1"/>
              <a:t>least</a:t>
            </a:r>
            <a:r>
              <a:rPr lang="es-ES" dirty="0"/>
              <a:t> </a:t>
            </a:r>
            <a:r>
              <a:rPr lang="es-ES" dirty="0" err="1"/>
              <a:t>privilege</a:t>
            </a:r>
            <a:r>
              <a:rPr lang="es-ES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auditoría de accesos (</a:t>
            </a:r>
            <a:r>
              <a:rPr lang="es-ES" dirty="0" err="1"/>
              <a:t>BigQuery</a:t>
            </a:r>
            <a:r>
              <a:rPr lang="es-ES" dirty="0"/>
              <a:t> Audit Logs)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94E77BB2-A52B-312C-34AC-8FD2D2BFA402}"/>
              </a:ext>
            </a:extLst>
          </p:cNvPr>
          <p:cNvGraphicFramePr/>
          <p:nvPr/>
        </p:nvGraphicFramePr>
        <p:xfrm>
          <a:off x="0" y="881307"/>
          <a:ext cx="12192000" cy="1682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2589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56B1C-B012-CCF1-D5EF-2DE6864A3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2CFDF62-8626-9098-D20A-A98FF76FD9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2764" y="2540304"/>
            <a:ext cx="7489387" cy="60565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s-ES" dirty="0"/>
              <a:t>Paso 7: Analizar, u</a:t>
            </a:r>
            <a:r>
              <a:rPr lang="es-PE" dirty="0" err="1"/>
              <a:t>sar</a:t>
            </a:r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CA21AE-75B9-8328-8798-4FEDDAD3DB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764" y="3291025"/>
            <a:ext cx="10253607" cy="241212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uso apropiado del dato, prohibido usar datos sensibles sin justificación del data </a:t>
            </a:r>
            <a:r>
              <a:rPr lang="es-ES" dirty="0" err="1"/>
              <a:t>owner</a:t>
            </a:r>
            <a:r>
              <a:rPr lang="es-ES" dirty="0"/>
              <a:t>. Prohibido exportar datos PCI (</a:t>
            </a:r>
            <a:r>
              <a:rPr lang="es-PE" dirty="0" err="1"/>
              <a:t>Payment</a:t>
            </a:r>
            <a:r>
              <a:rPr lang="es-PE" dirty="0"/>
              <a:t> </a:t>
            </a:r>
            <a:r>
              <a:rPr lang="es-PE" dirty="0" err="1"/>
              <a:t>Card</a:t>
            </a:r>
            <a:r>
              <a:rPr lang="es-PE" dirty="0"/>
              <a:t> </a:t>
            </a:r>
            <a:r>
              <a:rPr lang="es-PE" dirty="0" err="1"/>
              <a:t>Information</a:t>
            </a:r>
            <a:r>
              <a:rPr lang="es-ES" dirty="0"/>
              <a:t>)/ PII (</a:t>
            </a:r>
            <a:r>
              <a:rPr lang="es-PE" dirty="0" err="1"/>
              <a:t>Personally</a:t>
            </a:r>
            <a:r>
              <a:rPr lang="es-PE" dirty="0"/>
              <a:t> </a:t>
            </a:r>
            <a:r>
              <a:rPr lang="es-PE" dirty="0" err="1"/>
              <a:t>Identifiable</a:t>
            </a:r>
            <a:r>
              <a:rPr lang="es-PE" dirty="0"/>
              <a:t> </a:t>
            </a:r>
            <a:r>
              <a:rPr lang="es-PE" dirty="0" err="1"/>
              <a:t>Information</a:t>
            </a:r>
            <a:r>
              <a:rPr lang="es-PE" dirty="0"/>
              <a:t>)</a:t>
            </a:r>
            <a:r>
              <a:rPr lang="es-ES" dirty="0"/>
              <a:t> fuera de </a:t>
            </a:r>
            <a:r>
              <a:rPr lang="es-ES" dirty="0" err="1"/>
              <a:t>BigQuery</a:t>
            </a:r>
            <a:r>
              <a:rPr lang="es-ES" dirty="0"/>
              <a:t> (deshabilitar extracción de datos hacia hojas externas).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silos prohibidos, los dashboards siempre deben leer desde una vista de business, sin transformaciones.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certificación de dashboards, solo dashboards certificados pueden ser consultados por gerencias de área o superior.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Alertas en Cloud </a:t>
            </a:r>
            <a:r>
              <a:rPr lang="es-ES" dirty="0" err="1"/>
              <a:t>Monitoring</a:t>
            </a:r>
            <a:r>
              <a:rPr lang="es-ES" dirty="0"/>
              <a:t> para consumo anómalo.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AD9A22BC-EC80-4700-CACE-A0DBCD86A2BF}"/>
              </a:ext>
            </a:extLst>
          </p:cNvPr>
          <p:cNvGraphicFramePr/>
          <p:nvPr/>
        </p:nvGraphicFramePr>
        <p:xfrm>
          <a:off x="0" y="881307"/>
          <a:ext cx="12192000" cy="1682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90781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DF054-402B-9F2D-B064-6292D0718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5FEDB48-F2E4-91BD-BE7F-944DB94943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2764" y="2540304"/>
            <a:ext cx="7489387" cy="605658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s-ES" dirty="0"/>
              <a:t>Paso 8: Almacenar, a</a:t>
            </a:r>
            <a:r>
              <a:rPr lang="es-PE" dirty="0" err="1"/>
              <a:t>rchivar</a:t>
            </a:r>
            <a:r>
              <a:rPr lang="es-PE" dirty="0"/>
              <a:t>, eliminar</a:t>
            </a:r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6341B3-52E7-797A-3092-AA7AC2DF68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764" y="3441615"/>
            <a:ext cx="10253607" cy="298597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almacenamiento por dominio, cada tabla debe ubicarse en su capa correspondiente y no se permite almacenar datos sensibles fuera de estas zonas.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tipificación de almacenamiento: partición obligatoria por </a:t>
            </a:r>
            <a:r>
              <a:rPr lang="es-ES" dirty="0" err="1"/>
              <a:t>process_date</a:t>
            </a:r>
            <a:r>
              <a:rPr lang="es-ES" dirty="0"/>
              <a:t>, </a:t>
            </a:r>
            <a:r>
              <a:rPr lang="es-ES" dirty="0" err="1"/>
              <a:t>clustering</a:t>
            </a:r>
            <a:r>
              <a:rPr lang="es-ES" dirty="0"/>
              <a:t> obligatorio.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encriptación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acceso mínimo aplicando </a:t>
            </a:r>
            <a:r>
              <a:rPr lang="es-ES" dirty="0" err="1"/>
              <a:t>policy</a:t>
            </a:r>
            <a:r>
              <a:rPr lang="es-ES" dirty="0"/>
              <a:t> tags.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9D3E60DE-2EC6-79FF-C63F-0E8DE1B325CB}"/>
              </a:ext>
            </a:extLst>
          </p:cNvPr>
          <p:cNvGraphicFramePr/>
          <p:nvPr/>
        </p:nvGraphicFramePr>
        <p:xfrm>
          <a:off x="0" y="881307"/>
          <a:ext cx="12192000" cy="1682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6973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B5D26-C8E7-1AC3-AB2A-788EB7798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B4D826F3-9AEB-A1F3-EA0C-5F8C0CC2C9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2764" y="2540304"/>
            <a:ext cx="7489387" cy="605658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s-ES" dirty="0"/>
              <a:t>Paso 8: Almacenar, a</a:t>
            </a:r>
            <a:r>
              <a:rPr lang="es-PE" dirty="0" err="1"/>
              <a:t>rchivar</a:t>
            </a:r>
            <a:r>
              <a:rPr lang="es-PE" dirty="0"/>
              <a:t>, eliminar</a:t>
            </a:r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3C507C-B878-FAB9-A89E-12730F5D76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764" y="3498059"/>
            <a:ext cx="10253607" cy="241212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identificación de datos </a:t>
            </a:r>
            <a:r>
              <a:rPr lang="es-ES" dirty="0" err="1"/>
              <a:t>archivables</a:t>
            </a:r>
            <a:r>
              <a:rPr lang="es-ES" dirty="0"/>
              <a:t> (valor histórico para análisis o se obliga por ley a conservarlo).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archivado técnico, mover de BQ a Cloud Storage </a:t>
            </a:r>
            <a:r>
              <a:rPr lang="es-ES" dirty="0" err="1"/>
              <a:t>Nearline</a:t>
            </a:r>
            <a:r>
              <a:rPr lang="es-ES" dirty="0"/>
              <a:t> (hasta 12 meses) y Cloud Storage </a:t>
            </a:r>
            <a:r>
              <a:rPr lang="es-ES" dirty="0" err="1"/>
              <a:t>Coldline</a:t>
            </a:r>
            <a:r>
              <a:rPr lang="es-ES" dirty="0"/>
              <a:t> (&gt; 12 meses).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eliminación automática, toda tabla que contenga PCI/PII/datos históricos sin análisis debe tener configurado un TTL (Time-</a:t>
            </a:r>
            <a:r>
              <a:rPr lang="es-ES" dirty="0" err="1"/>
              <a:t>To</a:t>
            </a:r>
            <a:r>
              <a:rPr lang="es-ES" dirty="0"/>
              <a:t>-Live) o expiración por partición.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C36528E2-914F-FE3C-D460-85DFA1D02952}"/>
              </a:ext>
            </a:extLst>
          </p:cNvPr>
          <p:cNvGraphicFramePr/>
          <p:nvPr/>
        </p:nvGraphicFramePr>
        <p:xfrm>
          <a:off x="0" y="881307"/>
          <a:ext cx="12192000" cy="1682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12425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9BA18-5E6D-6D62-ACEE-AAC0B703F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A5CD45B-524F-984E-0000-40D6C9802E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2764" y="2540304"/>
            <a:ext cx="7489387" cy="605658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s-ES" dirty="0"/>
              <a:t>Paso 8: Almacenar, a</a:t>
            </a:r>
            <a:r>
              <a:rPr lang="es-PE" dirty="0" err="1"/>
              <a:t>rchivar</a:t>
            </a:r>
            <a:r>
              <a:rPr lang="es-PE" dirty="0"/>
              <a:t>, eliminar</a:t>
            </a:r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  <a:p>
            <a:pPr lvl="0"/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021D56-4B09-9558-F696-2E4E04478B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764" y="3498059"/>
            <a:ext cx="10253607" cy="241212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Política de eliminación manual controlada: de un usuario ex colaborados, por un caso legar, por requerimiento de autoría, por datos mal cargados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2BCD9E0-E600-26F1-65F9-BEAB9249431C}"/>
              </a:ext>
            </a:extLst>
          </p:cNvPr>
          <p:cNvGraphicFramePr/>
          <p:nvPr/>
        </p:nvGraphicFramePr>
        <p:xfrm>
          <a:off x="0" y="881307"/>
          <a:ext cx="12192000" cy="1682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71911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F60980C-DBF9-1C0A-FFCD-44EBD5C0CF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2764" y="1289477"/>
            <a:ext cx="7489387" cy="605658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Armar tabla RACI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1D0FFF-E46D-C3D1-C364-CBABB804B8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764" y="2222938"/>
            <a:ext cx="10253607" cy="2412124"/>
          </a:xfrm>
        </p:spPr>
        <p:txBody>
          <a:bodyPr/>
          <a:lstStyle/>
          <a:p>
            <a:r>
              <a:rPr lang="es-ES" dirty="0"/>
              <a:t>Matriz de responsabilidades</a:t>
            </a:r>
          </a:p>
          <a:p>
            <a:r>
              <a:rPr lang="es-ES" dirty="0"/>
              <a:t>Cada actividad o proceso tiene asignado 4 tipos de roles:</a:t>
            </a:r>
          </a:p>
          <a:p>
            <a:pPr marL="457200" indent="-457200">
              <a:buAutoNum type="arabicPeriod"/>
            </a:pPr>
            <a:r>
              <a:rPr lang="es-ES" dirty="0" err="1"/>
              <a:t>Responsible</a:t>
            </a:r>
            <a:r>
              <a:rPr lang="es-ES" dirty="0"/>
              <a:t>: Responsable de ejecutar la tarea. La personas que “hace el trabajo”.</a:t>
            </a:r>
          </a:p>
          <a:p>
            <a:pPr marL="457200" indent="-457200">
              <a:buAutoNum type="arabicPeriod"/>
            </a:pPr>
            <a:r>
              <a:rPr lang="es-ES" dirty="0" err="1"/>
              <a:t>Accountable</a:t>
            </a:r>
            <a:r>
              <a:rPr lang="es-ES" dirty="0"/>
              <a:t>: Responsable final. Quien aprueba, toma decisiones y rinde cuentas (solo es 1 persona).</a:t>
            </a:r>
          </a:p>
          <a:p>
            <a:pPr marL="457200" indent="-457200">
              <a:buAutoNum type="arabicPeriod"/>
            </a:pPr>
            <a:r>
              <a:rPr lang="es-ES" dirty="0" err="1"/>
              <a:t>Consulted</a:t>
            </a:r>
            <a:r>
              <a:rPr lang="es-ES" dirty="0"/>
              <a:t>: Personas que debe ser consultadas porque aportan conocimiento. Dan </a:t>
            </a:r>
            <a:r>
              <a:rPr lang="es-ES" dirty="0" err="1"/>
              <a:t>feedback</a:t>
            </a:r>
            <a:r>
              <a:rPr lang="es-ES" dirty="0"/>
              <a:t>.</a:t>
            </a:r>
          </a:p>
          <a:p>
            <a:pPr marL="457200" indent="-457200">
              <a:buAutoNum type="arabicPeriod"/>
            </a:pPr>
            <a:r>
              <a:rPr lang="es-ES" dirty="0" err="1"/>
              <a:t>Informed</a:t>
            </a:r>
            <a:r>
              <a:rPr lang="es-ES" dirty="0"/>
              <a:t>: Personas que solo deben ser informadas del avance o resultado.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669973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CFFDC-4167-175E-4426-BE8C37DA7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DE78213-9C2C-C165-43AC-AAD663EF1E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2764" y="1289477"/>
            <a:ext cx="7489387" cy="605658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Armar tabla RACI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7AB1BB-13CC-DC74-E5D6-35C881B9C0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764" y="2222938"/>
            <a:ext cx="10253607" cy="2412124"/>
          </a:xfrm>
        </p:spPr>
        <p:txBody>
          <a:bodyPr/>
          <a:lstStyle/>
          <a:p>
            <a:r>
              <a:rPr lang="es-ES" dirty="0"/>
              <a:t>Matriz de responsabilidades</a:t>
            </a:r>
          </a:p>
          <a:p>
            <a:r>
              <a:rPr lang="es-ES" dirty="0"/>
              <a:t>Cada actividad o proceso tiene asignado 4 tipos de roles:</a:t>
            </a:r>
          </a:p>
          <a:p>
            <a:pPr marL="457200" indent="-457200">
              <a:buAutoNum type="arabicPeriod"/>
            </a:pPr>
            <a:r>
              <a:rPr lang="es-ES" dirty="0" err="1"/>
              <a:t>Responsible</a:t>
            </a:r>
            <a:r>
              <a:rPr lang="es-ES" dirty="0"/>
              <a:t>: Responsable de ejecutar la tarea. La personas que “hace el trabajo”.</a:t>
            </a:r>
          </a:p>
          <a:p>
            <a:pPr marL="457200" indent="-457200">
              <a:buAutoNum type="arabicPeriod"/>
            </a:pPr>
            <a:r>
              <a:rPr lang="es-ES" dirty="0" err="1"/>
              <a:t>Accountable</a:t>
            </a:r>
            <a:r>
              <a:rPr lang="es-ES" dirty="0"/>
              <a:t>: Responsable final. Quien aprueba, toma decisiones y rinde cuentas (solo es 1 persona).</a:t>
            </a:r>
          </a:p>
          <a:p>
            <a:pPr marL="457200" indent="-457200">
              <a:buAutoNum type="arabicPeriod"/>
            </a:pPr>
            <a:r>
              <a:rPr lang="es-ES" dirty="0" err="1"/>
              <a:t>Consulted</a:t>
            </a:r>
            <a:r>
              <a:rPr lang="es-ES" dirty="0"/>
              <a:t>: Personas que debe ser consultadas porque aportan conocimiento. Dan </a:t>
            </a:r>
            <a:r>
              <a:rPr lang="es-ES" dirty="0" err="1"/>
              <a:t>feedback</a:t>
            </a:r>
            <a:r>
              <a:rPr lang="es-ES" dirty="0"/>
              <a:t>.</a:t>
            </a:r>
          </a:p>
          <a:p>
            <a:pPr marL="457200" indent="-457200">
              <a:buAutoNum type="arabicPeriod"/>
            </a:pPr>
            <a:r>
              <a:rPr lang="es-ES" dirty="0" err="1"/>
              <a:t>Informed</a:t>
            </a:r>
            <a:r>
              <a:rPr lang="es-ES" dirty="0"/>
              <a:t>: Personas que solo deben ser informadas del avance o resultado.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21257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DD0E95A-1AED-C072-DF2F-7781FCB65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E47D77A-9A56-00AA-48D9-56A8A1AA0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1026" name="Picture 2" descr="El potencial uso de la metodología de DAMA en la gestión de los datos  abiertos | datos.gob.es">
            <a:extLst>
              <a:ext uri="{FF2B5EF4-FFF2-40B4-BE49-F238E27FC236}">
                <a16:creationId xmlns:a16="http://schemas.microsoft.com/office/drawing/2014/main" id="{6CB2B14E-9556-16A4-B4FF-36DC50B22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953" y="257556"/>
            <a:ext cx="6086094" cy="6086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82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874A0-EA33-296F-6D79-D8449DD3B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1E99727-133E-EFB1-D50A-EC4E31AFB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38" y="377824"/>
            <a:ext cx="3667125" cy="606425"/>
          </a:xfrm>
        </p:spPr>
        <p:txBody>
          <a:bodyPr>
            <a:normAutofit/>
          </a:bodyPr>
          <a:lstStyle/>
          <a:p>
            <a:r>
              <a:rPr lang="es-ES" sz="3000" dirty="0"/>
              <a:t>1. Gestión de Datos</a:t>
            </a:r>
            <a:endParaRPr lang="es-PE" sz="3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DED6C00-D6AD-BCC4-F510-0C2F652D7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001" y="1506710"/>
            <a:ext cx="7665997" cy="535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1073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052DC-7008-0F55-7A43-7CD27173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32D3228-2175-CD3C-4A54-7CAEF510F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38" y="377824"/>
            <a:ext cx="5221554" cy="606425"/>
          </a:xfrm>
        </p:spPr>
        <p:txBody>
          <a:bodyPr>
            <a:normAutofit fontScale="90000"/>
          </a:bodyPr>
          <a:lstStyle/>
          <a:p>
            <a:r>
              <a:rPr lang="es-ES" sz="3000" dirty="0"/>
              <a:t>2. Ética en el manejo de los datos</a:t>
            </a:r>
            <a:endParaRPr lang="es-PE" sz="3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FF97D28-2AF7-29EB-7D4E-791816D39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107" y="1048640"/>
            <a:ext cx="7523786" cy="54315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38A5EA-22B7-205E-7461-C2E84319C8CD}"/>
              </a:ext>
            </a:extLst>
          </p:cNvPr>
          <p:cNvSpPr txBox="1"/>
          <p:nvPr/>
        </p:nvSpPr>
        <p:spPr>
          <a:xfrm>
            <a:off x="3048000" y="3429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E3E3E3"/>
                </a:solidFill>
                <a:latin typeface="Google Sans Flex"/>
                <a:ea typeface="Google Sans Flex"/>
                <a:cs typeface="Google Sans Flex"/>
              </a:rPr>
              <a:t>Data Management y Data Governance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352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03C25-2A91-2644-7EB9-9B6FFEEDC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36D00EE-91A8-9FE0-644D-49EF11EAC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38" y="377824"/>
            <a:ext cx="5221554" cy="606425"/>
          </a:xfrm>
        </p:spPr>
        <p:txBody>
          <a:bodyPr>
            <a:normAutofit/>
          </a:bodyPr>
          <a:lstStyle/>
          <a:p>
            <a:r>
              <a:rPr lang="es-ES" sz="3000" dirty="0"/>
              <a:t>3. Custodia y Gobierno de datos</a:t>
            </a:r>
            <a:endParaRPr lang="es-PE" sz="3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8F47044-7676-2A4F-7B3E-022376812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887" y="984249"/>
            <a:ext cx="7896225" cy="584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27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9C3FC-FF23-2ABA-4471-A994C3651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7E389B4-C6AC-F880-7E9B-DC4FEF38C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38" y="377824"/>
            <a:ext cx="5221554" cy="606425"/>
          </a:xfrm>
        </p:spPr>
        <p:txBody>
          <a:bodyPr>
            <a:normAutofit/>
          </a:bodyPr>
          <a:lstStyle/>
          <a:p>
            <a:r>
              <a:rPr lang="es-ES" sz="3000" dirty="0"/>
              <a:t>4. Arquitectura de datos</a:t>
            </a:r>
            <a:endParaRPr lang="es-PE" sz="3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8F23BCE-631A-BF53-6A2B-BCA3D2DD3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738" y="883183"/>
            <a:ext cx="7892524" cy="585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772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8767D-0706-5AB0-CD16-1EDF66F63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FBE56EC-FD58-84B1-422A-B266D079E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38" y="377824"/>
            <a:ext cx="5221554" cy="606425"/>
          </a:xfrm>
        </p:spPr>
        <p:txBody>
          <a:bodyPr>
            <a:normAutofit/>
          </a:bodyPr>
          <a:lstStyle/>
          <a:p>
            <a:r>
              <a:rPr lang="es-ES" sz="3000" dirty="0"/>
              <a:t>5. Modelado y Diseño de Datos</a:t>
            </a:r>
            <a:endParaRPr lang="es-PE" sz="3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5997F2C-375B-073E-EED0-791681590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816" y="917573"/>
            <a:ext cx="7782368" cy="587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3440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3864E-1E63-01A8-EB36-519063739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F477124-C40E-71C8-F5EE-589F4B53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38" y="377824"/>
            <a:ext cx="5971362" cy="606425"/>
          </a:xfrm>
        </p:spPr>
        <p:txBody>
          <a:bodyPr>
            <a:normAutofit fontScale="90000"/>
          </a:bodyPr>
          <a:lstStyle/>
          <a:p>
            <a:r>
              <a:rPr lang="es-ES" sz="3000" dirty="0"/>
              <a:t>6. Almacenamiento y operación de datos</a:t>
            </a:r>
            <a:endParaRPr lang="es-PE" sz="3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9FEF6E-AE16-3956-9681-7C707371B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256" y="984249"/>
            <a:ext cx="7735488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1573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AE433-BB1D-8DB6-6952-1036E99E6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0B3537F-4A31-D1B7-A98D-A9E0A2FC5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38" y="377824"/>
            <a:ext cx="5971362" cy="606425"/>
          </a:xfrm>
        </p:spPr>
        <p:txBody>
          <a:bodyPr>
            <a:normAutofit/>
          </a:bodyPr>
          <a:lstStyle/>
          <a:p>
            <a:r>
              <a:rPr lang="es-ES" sz="3000" dirty="0"/>
              <a:t>7. Seguridad de Datos</a:t>
            </a:r>
            <a:endParaRPr lang="es-PE" sz="30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DAACB9C-1757-498F-41F9-D55D1BE61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345" y="888999"/>
            <a:ext cx="8079309" cy="587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797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8C46F-6A05-881C-8248-4AC1ACC32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EEE969D-FD67-98F4-B65D-94669B587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38" y="377824"/>
            <a:ext cx="5971362" cy="606425"/>
          </a:xfrm>
        </p:spPr>
        <p:txBody>
          <a:bodyPr>
            <a:normAutofit fontScale="90000"/>
          </a:bodyPr>
          <a:lstStyle/>
          <a:p>
            <a:r>
              <a:rPr lang="es-ES" sz="3000" dirty="0"/>
              <a:t>8. Integración e interoperabilidad de datos</a:t>
            </a:r>
            <a:endParaRPr lang="es-PE" sz="3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9B60DC3-9C3A-E0D4-E348-F7FB2C3A2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610" y="904874"/>
            <a:ext cx="775678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503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2EF48-645F-6AEC-7370-32C71655E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8D64F05-315F-4E8A-D2EF-9AA981E06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38" y="377824"/>
            <a:ext cx="5971362" cy="606425"/>
          </a:xfrm>
        </p:spPr>
        <p:txBody>
          <a:bodyPr>
            <a:normAutofit fontScale="90000"/>
          </a:bodyPr>
          <a:lstStyle/>
          <a:p>
            <a:r>
              <a:rPr lang="es-ES" sz="3000" dirty="0"/>
              <a:t>9. Gestión de documentos y contenido</a:t>
            </a:r>
            <a:endParaRPr lang="es-PE" sz="3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39593C-6DE1-FCCE-F672-9534FFB17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699" y="908048"/>
            <a:ext cx="7894601" cy="587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4876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5D074-FF3F-1C63-1F1B-A6D54DB5E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F29A449-A9BD-0A90-A2DA-512F06B57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38" y="377824"/>
            <a:ext cx="5971362" cy="606425"/>
          </a:xfrm>
        </p:spPr>
        <p:txBody>
          <a:bodyPr>
            <a:normAutofit/>
          </a:bodyPr>
          <a:lstStyle/>
          <a:p>
            <a:r>
              <a:rPr lang="es-ES" sz="3000" dirty="0"/>
              <a:t>10. Datos Maestros y de Referencia</a:t>
            </a:r>
            <a:endParaRPr lang="es-PE" sz="3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4DCBB86-7889-D0A6-9D48-26DD5BC5E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378" y="1114424"/>
            <a:ext cx="7571243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511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80CE2-BE08-61B8-F9FF-EB7D7ED7E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DF9A7F0-32EB-D6DF-FB7B-99D1C4216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37" y="377824"/>
            <a:ext cx="6666687" cy="606425"/>
          </a:xfrm>
        </p:spPr>
        <p:txBody>
          <a:bodyPr>
            <a:normAutofit fontScale="90000"/>
          </a:bodyPr>
          <a:lstStyle/>
          <a:p>
            <a:r>
              <a:rPr lang="es-ES" sz="3000" dirty="0"/>
              <a:t>11. Data </a:t>
            </a:r>
            <a:r>
              <a:rPr lang="es-ES" sz="3000" dirty="0" err="1"/>
              <a:t>warehousing</a:t>
            </a:r>
            <a:r>
              <a:rPr lang="es-ES" sz="3000" dirty="0"/>
              <a:t> &amp; business </a:t>
            </a:r>
            <a:r>
              <a:rPr lang="es-ES" sz="3000" dirty="0" err="1"/>
              <a:t>intelligence</a:t>
            </a:r>
            <a:endParaRPr lang="es-PE" sz="3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EE1926E-5569-3C15-7030-CC5070940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111" y="975918"/>
            <a:ext cx="7993778" cy="588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639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5C14E-9CF9-215F-2741-D7F08A406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2E6B942-569F-3C08-5D6F-4A217D866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37" y="377824"/>
            <a:ext cx="6666687" cy="606425"/>
          </a:xfrm>
        </p:spPr>
        <p:txBody>
          <a:bodyPr>
            <a:normAutofit/>
          </a:bodyPr>
          <a:lstStyle/>
          <a:p>
            <a:r>
              <a:rPr lang="es-ES" sz="3000" dirty="0"/>
              <a:t>12. Gestión de metadatos</a:t>
            </a:r>
            <a:endParaRPr lang="es-PE" sz="3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DE92168-8B8E-3438-F007-D0AD2B62A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353" y="888998"/>
            <a:ext cx="7783294" cy="587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3337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05488-8F0E-4F10-D3B3-F8C6AB3EC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7EFCC23-EC7F-9BCA-BA08-399D678AA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37" y="377824"/>
            <a:ext cx="6666687" cy="606425"/>
          </a:xfrm>
        </p:spPr>
        <p:txBody>
          <a:bodyPr>
            <a:normAutofit/>
          </a:bodyPr>
          <a:lstStyle/>
          <a:p>
            <a:r>
              <a:rPr lang="es-ES" sz="3000" dirty="0"/>
              <a:t>13. Calidad de Datos</a:t>
            </a:r>
            <a:endParaRPr lang="es-PE" sz="3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9CCEB1C-839A-3398-3B6A-C53EF7C41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098" y="984249"/>
            <a:ext cx="7389803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6436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E4CF0-3784-B1C4-3860-BF7A6240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409E08D-F82A-B32E-A4C4-15CA80B0F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37" y="377824"/>
            <a:ext cx="6666687" cy="606425"/>
          </a:xfrm>
        </p:spPr>
        <p:txBody>
          <a:bodyPr>
            <a:normAutofit/>
          </a:bodyPr>
          <a:lstStyle/>
          <a:p>
            <a:r>
              <a:rPr lang="es-ES" sz="3000" dirty="0"/>
              <a:t>14. Big Data y ciencia de datos</a:t>
            </a:r>
            <a:endParaRPr lang="es-PE" sz="3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A2F1D30-43E1-B114-3E51-049019215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258" y="984249"/>
            <a:ext cx="7657483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7996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1DB9E7368290418064F68BD9FE06A8" ma:contentTypeVersion="16" ma:contentTypeDescription="Create a new document." ma:contentTypeScope="" ma:versionID="b9c598f3bf5821ec7c8d150fb2409204">
  <xsd:schema xmlns:xsd="http://www.w3.org/2001/XMLSchema" xmlns:xs="http://www.w3.org/2001/XMLSchema" xmlns:p="http://schemas.microsoft.com/office/2006/metadata/properties" xmlns:ns2="e80ac410-b05f-448e-8dee-046357d4e70e" xmlns:ns3="0d36e45e-9b33-40cd-9496-1b0b6d1fa39a" targetNamespace="http://schemas.microsoft.com/office/2006/metadata/properties" ma:root="true" ma:fieldsID="251c203eb9aee4e487258461f501dc14" ns2:_="" ns3:_="">
    <xsd:import namespace="e80ac410-b05f-448e-8dee-046357d4e70e"/>
    <xsd:import namespace="0d36e45e-9b33-40cd-9496-1b0b6d1fa39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0ac410-b05f-448e-8dee-046357d4e70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0df41d55-81af-4a44-a067-d7a5a5ddb24d}" ma:internalName="TaxCatchAll" ma:showField="CatchAllData" ma:web="e80ac410-b05f-448e-8dee-046357d4e70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36e45e-9b33-40cd-9496-1b0b6d1fa3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6c341efc-c97d-44e1-9c58-c7d91e5dd0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80ac410-b05f-448e-8dee-046357d4e70e" xsi:nil="true"/>
    <lcf76f155ced4ddcb4097134ff3c332f xmlns="0d36e45e-9b33-40cd-9496-1b0b6d1fa39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C851405-B7F0-4538-8002-5876954E47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4F3A3D-C5DB-4D07-9AF9-6068360958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0ac410-b05f-448e-8dee-046357d4e70e"/>
    <ds:schemaRef ds:uri="0d36e45e-9b33-40cd-9496-1b0b6d1fa3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5B23D8A-1FBC-498E-97BE-0B48DD39E06B}">
  <ds:schemaRefs>
    <ds:schemaRef ds:uri="http://schemas.microsoft.com/office/2006/metadata/properties"/>
    <ds:schemaRef ds:uri="http://schemas.microsoft.com/office/infopath/2007/PartnerControls"/>
    <ds:schemaRef ds:uri="e80ac410-b05f-448e-8dee-046357d4e70e"/>
    <ds:schemaRef ds:uri="0d36e45e-9b33-40cd-9496-1b0b6d1fa39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4107</TotalTime>
  <Words>1567</Words>
  <Application>Microsoft Office PowerPoint</Application>
  <PresentationFormat>Widescreen</PresentationFormat>
  <Paragraphs>510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Gestión de Datos</vt:lpstr>
      <vt:lpstr>2. Ética en el manejo de los datos</vt:lpstr>
      <vt:lpstr>3. Custodia y Gobierno de datos</vt:lpstr>
      <vt:lpstr>4. Arquitectura de datos</vt:lpstr>
      <vt:lpstr>5. Modelado y Diseño de Datos</vt:lpstr>
      <vt:lpstr>6. Almacenamiento y operación de datos</vt:lpstr>
      <vt:lpstr>7. Seguridad de Datos</vt:lpstr>
      <vt:lpstr>8. Integración e interoperabilidad de datos</vt:lpstr>
      <vt:lpstr>9. Gestión de documentos y contenido</vt:lpstr>
      <vt:lpstr>10. Datos Maestros y de Referencia</vt:lpstr>
      <vt:lpstr>11. Data warehousing &amp; business intelligence</vt:lpstr>
      <vt:lpstr>12. Gestión de metadatos</vt:lpstr>
      <vt:lpstr>13. Calidad de Datos</vt:lpstr>
      <vt:lpstr>14. Big Data y ciencia de datos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vania salvador</dc:creator>
  <cp:lastModifiedBy>Leslie Viscacio Sandoval</cp:lastModifiedBy>
  <cp:revision>11</cp:revision>
  <dcterms:created xsi:type="dcterms:W3CDTF">2025-02-03T21:25:57Z</dcterms:created>
  <dcterms:modified xsi:type="dcterms:W3CDTF">2026-01-29T00:00:45Z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0x010100F31DB9E7368290418064F68BD9FE06A8</vt:lpwstr>
  </property>
  <property fmtid="{D5CDD505-2E9C-101B-9397-08002B2CF9AE}" pid="3" name="MediaServiceImageTags">
    <vt:lpwstr/>
  </property>
</Properties>
</file>